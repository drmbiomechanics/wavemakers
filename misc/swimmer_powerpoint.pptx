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81" r:id="rId3"/>
    <p:sldId id="282" r:id="rId4"/>
    <p:sldId id="280" r:id="rId5"/>
    <p:sldId id="273" r:id="rId6"/>
    <p:sldId id="274" r:id="rId7"/>
    <p:sldId id="275" r:id="rId8"/>
    <p:sldId id="276" r:id="rId9"/>
    <p:sldId id="278" r:id="rId10"/>
    <p:sldId id="279" r:id="rId11"/>
    <p:sldId id="277" r:id="rId12"/>
    <p:sldId id="256" r:id="rId13"/>
    <p:sldId id="271" r:id="rId14"/>
    <p:sldId id="261" r:id="rId15"/>
    <p:sldId id="262" r:id="rId16"/>
    <p:sldId id="260" r:id="rId17"/>
    <p:sldId id="263" r:id="rId18"/>
    <p:sldId id="265" r:id="rId19"/>
    <p:sldId id="266" r:id="rId20"/>
    <p:sldId id="267" r:id="rId21"/>
    <p:sldId id="268" r:id="rId22"/>
    <p:sldId id="269" r:id="rId23"/>
    <p:sldId id="270" r:id="rId24"/>
    <p:sldId id="272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D9F0"/>
    <a:srgbClr val="FEF5F0"/>
    <a:srgbClr val="F5F5D5"/>
    <a:srgbClr val="E452BA"/>
    <a:srgbClr val="D4AA78"/>
    <a:srgbClr val="0FB5B1"/>
    <a:srgbClr val="362908"/>
    <a:srgbClr val="67410F"/>
    <a:srgbClr val="EEC186"/>
    <a:srgbClr val="15EB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18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E:\GAmes\Godot%20games\Wavemaker\Wavemaker\misc\wave%20decay%20interference%20test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E:\GAmes\Godot%20games\Wavemaker\Wavemaker\misc\wave%20decay%20interference%20test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"/>
          <c:y val="0"/>
          <c:w val="1"/>
          <c:h val="1"/>
        </c:manualLayout>
      </c:layout>
      <c:scatterChart>
        <c:scatterStyle val="lineMarker"/>
        <c:varyColors val="0"/>
        <c:ser>
          <c:idx val="0"/>
          <c:order val="0"/>
          <c:spPr>
            <a:ln w="88900" cap="rnd">
              <a:gradFill>
                <a:gsLst>
                  <a:gs pos="10000">
                    <a:schemeClr val="accent2">
                      <a:lumMod val="20000"/>
                      <a:lumOff val="80000"/>
                    </a:schemeClr>
                  </a:gs>
                  <a:gs pos="41000">
                    <a:schemeClr val="accent2">
                      <a:lumMod val="40000"/>
                      <a:lumOff val="60000"/>
                    </a:schemeClr>
                  </a:gs>
                  <a:gs pos="71000">
                    <a:srgbClr val="FCEAF7"/>
                  </a:gs>
                  <a:gs pos="100000">
                    <a:srgbClr val="F9D9F0"/>
                  </a:gs>
                </a:gsLst>
                <a:lin ang="5400000" scaled="1"/>
              </a:gradFill>
              <a:round/>
            </a:ln>
            <a:effectLst/>
          </c:spPr>
          <c:marker>
            <c:symbol val="none"/>
          </c:marker>
          <c:xVal>
            <c:numRef>
              <c:f>Sheet2!$W$2:$W$802</c:f>
              <c:numCache>
                <c:formatCode>General</c:formatCode>
                <c:ptCount val="801"/>
                <c:pt idx="0">
                  <c:v>0</c:v>
                </c:pt>
                <c:pt idx="1">
                  <c:v>0.01</c:v>
                </c:pt>
                <c:pt idx="2">
                  <c:v>0.02</c:v>
                </c:pt>
                <c:pt idx="3">
                  <c:v>0.03</c:v>
                </c:pt>
                <c:pt idx="4">
                  <c:v>0.04</c:v>
                </c:pt>
                <c:pt idx="5">
                  <c:v>0.05</c:v>
                </c:pt>
                <c:pt idx="6">
                  <c:v>6.0000000000000005E-2</c:v>
                </c:pt>
                <c:pt idx="7">
                  <c:v>7.0000000000000007E-2</c:v>
                </c:pt>
                <c:pt idx="8">
                  <c:v>0.08</c:v>
                </c:pt>
                <c:pt idx="9">
                  <c:v>0.09</c:v>
                </c:pt>
                <c:pt idx="10">
                  <c:v>9.9999999999999992E-2</c:v>
                </c:pt>
                <c:pt idx="11">
                  <c:v>0.10999999999999999</c:v>
                </c:pt>
                <c:pt idx="12">
                  <c:v>0.11999999999999998</c:v>
                </c:pt>
                <c:pt idx="13">
                  <c:v>0.12999999999999998</c:v>
                </c:pt>
                <c:pt idx="14">
                  <c:v>0.13999999999999999</c:v>
                </c:pt>
                <c:pt idx="15">
                  <c:v>0.15</c:v>
                </c:pt>
                <c:pt idx="16">
                  <c:v>0.16</c:v>
                </c:pt>
                <c:pt idx="17">
                  <c:v>0.17</c:v>
                </c:pt>
                <c:pt idx="18">
                  <c:v>0.18000000000000002</c:v>
                </c:pt>
                <c:pt idx="19">
                  <c:v>0.19000000000000003</c:v>
                </c:pt>
                <c:pt idx="20">
                  <c:v>0.20000000000000004</c:v>
                </c:pt>
                <c:pt idx="21">
                  <c:v>0.21000000000000005</c:v>
                </c:pt>
                <c:pt idx="22">
                  <c:v>0.22000000000000006</c:v>
                </c:pt>
                <c:pt idx="23">
                  <c:v>0.23000000000000007</c:v>
                </c:pt>
                <c:pt idx="24">
                  <c:v>0.24000000000000007</c:v>
                </c:pt>
                <c:pt idx="25">
                  <c:v>0.25000000000000006</c:v>
                </c:pt>
                <c:pt idx="26">
                  <c:v>0.26000000000000006</c:v>
                </c:pt>
                <c:pt idx="27">
                  <c:v>0.27000000000000007</c:v>
                </c:pt>
                <c:pt idx="28">
                  <c:v>0.28000000000000008</c:v>
                </c:pt>
                <c:pt idx="29">
                  <c:v>0.29000000000000009</c:v>
                </c:pt>
                <c:pt idx="30">
                  <c:v>0.3000000000000001</c:v>
                </c:pt>
                <c:pt idx="31">
                  <c:v>0.31000000000000011</c:v>
                </c:pt>
                <c:pt idx="32">
                  <c:v>0.32000000000000012</c:v>
                </c:pt>
                <c:pt idx="33">
                  <c:v>0.33000000000000013</c:v>
                </c:pt>
                <c:pt idx="34">
                  <c:v>0.34000000000000014</c:v>
                </c:pt>
                <c:pt idx="35">
                  <c:v>0.35000000000000014</c:v>
                </c:pt>
                <c:pt idx="36">
                  <c:v>0.36000000000000015</c:v>
                </c:pt>
                <c:pt idx="37">
                  <c:v>0.37000000000000016</c:v>
                </c:pt>
                <c:pt idx="38">
                  <c:v>0.38000000000000017</c:v>
                </c:pt>
                <c:pt idx="39">
                  <c:v>0.39000000000000018</c:v>
                </c:pt>
                <c:pt idx="40">
                  <c:v>0.40000000000000019</c:v>
                </c:pt>
                <c:pt idx="41">
                  <c:v>0.4100000000000002</c:v>
                </c:pt>
                <c:pt idx="42">
                  <c:v>0.42000000000000021</c:v>
                </c:pt>
                <c:pt idx="43">
                  <c:v>0.43000000000000022</c:v>
                </c:pt>
                <c:pt idx="44">
                  <c:v>0.44000000000000022</c:v>
                </c:pt>
                <c:pt idx="45">
                  <c:v>0.45000000000000023</c:v>
                </c:pt>
                <c:pt idx="46">
                  <c:v>0.46000000000000024</c:v>
                </c:pt>
                <c:pt idx="47">
                  <c:v>0.47000000000000025</c:v>
                </c:pt>
                <c:pt idx="48">
                  <c:v>0.48000000000000026</c:v>
                </c:pt>
                <c:pt idx="49">
                  <c:v>0.49000000000000027</c:v>
                </c:pt>
                <c:pt idx="50">
                  <c:v>0.50000000000000022</c:v>
                </c:pt>
                <c:pt idx="51">
                  <c:v>0.51000000000000023</c:v>
                </c:pt>
                <c:pt idx="52">
                  <c:v>0.52000000000000024</c:v>
                </c:pt>
                <c:pt idx="53">
                  <c:v>0.53000000000000025</c:v>
                </c:pt>
                <c:pt idx="54">
                  <c:v>0.54000000000000026</c:v>
                </c:pt>
                <c:pt idx="55">
                  <c:v>0.55000000000000027</c:v>
                </c:pt>
                <c:pt idx="56">
                  <c:v>0.56000000000000028</c:v>
                </c:pt>
                <c:pt idx="57">
                  <c:v>0.57000000000000028</c:v>
                </c:pt>
                <c:pt idx="58">
                  <c:v>0.58000000000000029</c:v>
                </c:pt>
                <c:pt idx="59">
                  <c:v>0.5900000000000003</c:v>
                </c:pt>
                <c:pt idx="60">
                  <c:v>0.60000000000000031</c:v>
                </c:pt>
                <c:pt idx="61">
                  <c:v>0.61000000000000032</c:v>
                </c:pt>
                <c:pt idx="62">
                  <c:v>0.62000000000000033</c:v>
                </c:pt>
                <c:pt idx="63">
                  <c:v>0.63000000000000034</c:v>
                </c:pt>
                <c:pt idx="64">
                  <c:v>0.64000000000000035</c:v>
                </c:pt>
                <c:pt idx="65">
                  <c:v>0.65000000000000036</c:v>
                </c:pt>
                <c:pt idx="66">
                  <c:v>0.66000000000000036</c:v>
                </c:pt>
                <c:pt idx="67">
                  <c:v>0.67000000000000037</c:v>
                </c:pt>
                <c:pt idx="68">
                  <c:v>0.68000000000000038</c:v>
                </c:pt>
                <c:pt idx="69">
                  <c:v>0.69000000000000039</c:v>
                </c:pt>
                <c:pt idx="70">
                  <c:v>0.7000000000000004</c:v>
                </c:pt>
                <c:pt idx="71">
                  <c:v>0.71000000000000041</c:v>
                </c:pt>
                <c:pt idx="72">
                  <c:v>0.72000000000000042</c:v>
                </c:pt>
                <c:pt idx="73">
                  <c:v>0.73000000000000043</c:v>
                </c:pt>
                <c:pt idx="74">
                  <c:v>0.74000000000000044</c:v>
                </c:pt>
                <c:pt idx="75">
                  <c:v>0.75000000000000044</c:v>
                </c:pt>
                <c:pt idx="76">
                  <c:v>0.76000000000000045</c:v>
                </c:pt>
                <c:pt idx="77">
                  <c:v>0.77000000000000046</c:v>
                </c:pt>
                <c:pt idx="78">
                  <c:v>0.78000000000000047</c:v>
                </c:pt>
                <c:pt idx="79">
                  <c:v>0.79000000000000048</c:v>
                </c:pt>
                <c:pt idx="80">
                  <c:v>0.80000000000000049</c:v>
                </c:pt>
                <c:pt idx="81">
                  <c:v>0.8100000000000005</c:v>
                </c:pt>
                <c:pt idx="82">
                  <c:v>0.82000000000000051</c:v>
                </c:pt>
                <c:pt idx="83">
                  <c:v>0.83000000000000052</c:v>
                </c:pt>
                <c:pt idx="84">
                  <c:v>0.84000000000000052</c:v>
                </c:pt>
                <c:pt idx="85">
                  <c:v>0.85000000000000053</c:v>
                </c:pt>
                <c:pt idx="86">
                  <c:v>0.86000000000000054</c:v>
                </c:pt>
                <c:pt idx="87">
                  <c:v>0.87000000000000055</c:v>
                </c:pt>
                <c:pt idx="88">
                  <c:v>0.88000000000000056</c:v>
                </c:pt>
                <c:pt idx="89">
                  <c:v>0.89000000000000057</c:v>
                </c:pt>
                <c:pt idx="90">
                  <c:v>0.90000000000000058</c:v>
                </c:pt>
                <c:pt idx="91">
                  <c:v>0.91000000000000059</c:v>
                </c:pt>
                <c:pt idx="92">
                  <c:v>0.9200000000000006</c:v>
                </c:pt>
                <c:pt idx="93">
                  <c:v>0.9300000000000006</c:v>
                </c:pt>
                <c:pt idx="94">
                  <c:v>0.94000000000000061</c:v>
                </c:pt>
                <c:pt idx="95">
                  <c:v>0.95000000000000062</c:v>
                </c:pt>
                <c:pt idx="96">
                  <c:v>0.96000000000000063</c:v>
                </c:pt>
                <c:pt idx="97">
                  <c:v>0.97000000000000064</c:v>
                </c:pt>
                <c:pt idx="98">
                  <c:v>0.98000000000000065</c:v>
                </c:pt>
                <c:pt idx="99">
                  <c:v>0.99000000000000066</c:v>
                </c:pt>
                <c:pt idx="100">
                  <c:v>1.0000000000000007</c:v>
                </c:pt>
                <c:pt idx="101">
                  <c:v>1.0100000000000007</c:v>
                </c:pt>
                <c:pt idx="102">
                  <c:v>1.0200000000000007</c:v>
                </c:pt>
                <c:pt idx="103">
                  <c:v>1.0300000000000007</c:v>
                </c:pt>
                <c:pt idx="104">
                  <c:v>1.0400000000000007</c:v>
                </c:pt>
                <c:pt idx="105">
                  <c:v>1.0500000000000007</c:v>
                </c:pt>
                <c:pt idx="106">
                  <c:v>1.0600000000000007</c:v>
                </c:pt>
                <c:pt idx="107">
                  <c:v>1.0700000000000007</c:v>
                </c:pt>
                <c:pt idx="108">
                  <c:v>1.0800000000000007</c:v>
                </c:pt>
                <c:pt idx="109">
                  <c:v>1.0900000000000007</c:v>
                </c:pt>
                <c:pt idx="110">
                  <c:v>1.1000000000000008</c:v>
                </c:pt>
                <c:pt idx="111">
                  <c:v>1.1100000000000008</c:v>
                </c:pt>
                <c:pt idx="112">
                  <c:v>1.1200000000000008</c:v>
                </c:pt>
                <c:pt idx="113">
                  <c:v>1.1300000000000008</c:v>
                </c:pt>
                <c:pt idx="114">
                  <c:v>1.1400000000000008</c:v>
                </c:pt>
                <c:pt idx="115">
                  <c:v>1.1500000000000008</c:v>
                </c:pt>
                <c:pt idx="116">
                  <c:v>1.1600000000000008</c:v>
                </c:pt>
                <c:pt idx="117">
                  <c:v>1.1700000000000008</c:v>
                </c:pt>
                <c:pt idx="118">
                  <c:v>1.1800000000000008</c:v>
                </c:pt>
                <c:pt idx="119">
                  <c:v>1.1900000000000008</c:v>
                </c:pt>
                <c:pt idx="120">
                  <c:v>1.2000000000000008</c:v>
                </c:pt>
                <c:pt idx="121">
                  <c:v>1.2100000000000009</c:v>
                </c:pt>
                <c:pt idx="122">
                  <c:v>1.2200000000000009</c:v>
                </c:pt>
                <c:pt idx="123">
                  <c:v>1.2300000000000009</c:v>
                </c:pt>
                <c:pt idx="124">
                  <c:v>1.2400000000000009</c:v>
                </c:pt>
                <c:pt idx="125">
                  <c:v>1.2500000000000009</c:v>
                </c:pt>
                <c:pt idx="126">
                  <c:v>1.2600000000000009</c:v>
                </c:pt>
                <c:pt idx="127">
                  <c:v>1.2700000000000009</c:v>
                </c:pt>
                <c:pt idx="128">
                  <c:v>1.2800000000000009</c:v>
                </c:pt>
                <c:pt idx="129">
                  <c:v>1.2900000000000009</c:v>
                </c:pt>
                <c:pt idx="130">
                  <c:v>1.3000000000000009</c:v>
                </c:pt>
                <c:pt idx="131">
                  <c:v>1.3100000000000009</c:v>
                </c:pt>
                <c:pt idx="132">
                  <c:v>1.320000000000001</c:v>
                </c:pt>
                <c:pt idx="133">
                  <c:v>1.330000000000001</c:v>
                </c:pt>
                <c:pt idx="134">
                  <c:v>1.340000000000001</c:v>
                </c:pt>
                <c:pt idx="135">
                  <c:v>1.350000000000001</c:v>
                </c:pt>
                <c:pt idx="136">
                  <c:v>1.360000000000001</c:v>
                </c:pt>
                <c:pt idx="137">
                  <c:v>1.370000000000001</c:v>
                </c:pt>
                <c:pt idx="138">
                  <c:v>1.380000000000001</c:v>
                </c:pt>
                <c:pt idx="139">
                  <c:v>1.390000000000001</c:v>
                </c:pt>
                <c:pt idx="140">
                  <c:v>1.400000000000001</c:v>
                </c:pt>
                <c:pt idx="141">
                  <c:v>1.410000000000001</c:v>
                </c:pt>
                <c:pt idx="142">
                  <c:v>1.420000000000001</c:v>
                </c:pt>
                <c:pt idx="143">
                  <c:v>1.430000000000001</c:v>
                </c:pt>
                <c:pt idx="144">
                  <c:v>1.4400000000000011</c:v>
                </c:pt>
                <c:pt idx="145">
                  <c:v>1.4500000000000011</c:v>
                </c:pt>
                <c:pt idx="146">
                  <c:v>1.4600000000000011</c:v>
                </c:pt>
                <c:pt idx="147">
                  <c:v>1.4700000000000011</c:v>
                </c:pt>
                <c:pt idx="148">
                  <c:v>1.4800000000000011</c:v>
                </c:pt>
                <c:pt idx="149">
                  <c:v>1.4900000000000011</c:v>
                </c:pt>
                <c:pt idx="150">
                  <c:v>1.5000000000000011</c:v>
                </c:pt>
                <c:pt idx="151">
                  <c:v>1.5100000000000011</c:v>
                </c:pt>
                <c:pt idx="152">
                  <c:v>1.5200000000000011</c:v>
                </c:pt>
                <c:pt idx="153">
                  <c:v>1.5300000000000011</c:v>
                </c:pt>
                <c:pt idx="154">
                  <c:v>1.5400000000000011</c:v>
                </c:pt>
                <c:pt idx="155">
                  <c:v>1.5500000000000012</c:v>
                </c:pt>
                <c:pt idx="156">
                  <c:v>1.5600000000000012</c:v>
                </c:pt>
                <c:pt idx="157">
                  <c:v>1.5700000000000012</c:v>
                </c:pt>
                <c:pt idx="158">
                  <c:v>1.5800000000000012</c:v>
                </c:pt>
                <c:pt idx="159">
                  <c:v>1.5900000000000012</c:v>
                </c:pt>
                <c:pt idx="160">
                  <c:v>1.6000000000000012</c:v>
                </c:pt>
                <c:pt idx="161">
                  <c:v>1.6100000000000012</c:v>
                </c:pt>
                <c:pt idx="162">
                  <c:v>1.6200000000000012</c:v>
                </c:pt>
                <c:pt idx="163">
                  <c:v>1.6300000000000012</c:v>
                </c:pt>
                <c:pt idx="164">
                  <c:v>1.6400000000000012</c:v>
                </c:pt>
                <c:pt idx="165">
                  <c:v>1.6500000000000012</c:v>
                </c:pt>
                <c:pt idx="166">
                  <c:v>1.6600000000000013</c:v>
                </c:pt>
                <c:pt idx="167">
                  <c:v>1.6700000000000013</c:v>
                </c:pt>
                <c:pt idx="168">
                  <c:v>1.6800000000000013</c:v>
                </c:pt>
                <c:pt idx="169">
                  <c:v>1.6900000000000013</c:v>
                </c:pt>
                <c:pt idx="170">
                  <c:v>1.7000000000000013</c:v>
                </c:pt>
                <c:pt idx="171">
                  <c:v>1.7100000000000013</c:v>
                </c:pt>
                <c:pt idx="172">
                  <c:v>1.7200000000000013</c:v>
                </c:pt>
                <c:pt idx="173">
                  <c:v>1.7300000000000013</c:v>
                </c:pt>
                <c:pt idx="174">
                  <c:v>1.7400000000000013</c:v>
                </c:pt>
                <c:pt idx="175">
                  <c:v>1.7500000000000013</c:v>
                </c:pt>
                <c:pt idx="176">
                  <c:v>1.7600000000000013</c:v>
                </c:pt>
                <c:pt idx="177">
                  <c:v>1.7700000000000014</c:v>
                </c:pt>
                <c:pt idx="178">
                  <c:v>1.7800000000000014</c:v>
                </c:pt>
                <c:pt idx="179">
                  <c:v>1.7900000000000014</c:v>
                </c:pt>
                <c:pt idx="180">
                  <c:v>1.8000000000000014</c:v>
                </c:pt>
                <c:pt idx="181">
                  <c:v>1.8100000000000014</c:v>
                </c:pt>
                <c:pt idx="182">
                  <c:v>1.8200000000000014</c:v>
                </c:pt>
                <c:pt idx="183">
                  <c:v>1.8300000000000014</c:v>
                </c:pt>
                <c:pt idx="184">
                  <c:v>1.8400000000000014</c:v>
                </c:pt>
                <c:pt idx="185">
                  <c:v>1.8500000000000014</c:v>
                </c:pt>
                <c:pt idx="186">
                  <c:v>1.8600000000000014</c:v>
                </c:pt>
                <c:pt idx="187">
                  <c:v>1.8700000000000014</c:v>
                </c:pt>
                <c:pt idx="188">
                  <c:v>1.8800000000000014</c:v>
                </c:pt>
                <c:pt idx="189">
                  <c:v>1.8900000000000015</c:v>
                </c:pt>
                <c:pt idx="190">
                  <c:v>1.9000000000000015</c:v>
                </c:pt>
                <c:pt idx="191">
                  <c:v>1.9100000000000015</c:v>
                </c:pt>
                <c:pt idx="192">
                  <c:v>1.9200000000000015</c:v>
                </c:pt>
                <c:pt idx="193">
                  <c:v>1.9300000000000015</c:v>
                </c:pt>
                <c:pt idx="194">
                  <c:v>1.9400000000000015</c:v>
                </c:pt>
                <c:pt idx="195">
                  <c:v>1.9500000000000015</c:v>
                </c:pt>
                <c:pt idx="196">
                  <c:v>1.9600000000000015</c:v>
                </c:pt>
                <c:pt idx="197">
                  <c:v>1.9700000000000015</c:v>
                </c:pt>
                <c:pt idx="198">
                  <c:v>1.9800000000000015</c:v>
                </c:pt>
                <c:pt idx="199">
                  <c:v>1.9900000000000015</c:v>
                </c:pt>
                <c:pt idx="200">
                  <c:v>2.0000000000000013</c:v>
                </c:pt>
                <c:pt idx="201">
                  <c:v>2.0100000000000011</c:v>
                </c:pt>
                <c:pt idx="202">
                  <c:v>2.0200000000000009</c:v>
                </c:pt>
                <c:pt idx="203">
                  <c:v>2.0300000000000007</c:v>
                </c:pt>
                <c:pt idx="204">
                  <c:v>2.0400000000000005</c:v>
                </c:pt>
                <c:pt idx="205">
                  <c:v>2.0500000000000003</c:v>
                </c:pt>
                <c:pt idx="206">
                  <c:v>2.06</c:v>
                </c:pt>
                <c:pt idx="207">
                  <c:v>2.0699999999999998</c:v>
                </c:pt>
                <c:pt idx="208">
                  <c:v>2.0799999999999996</c:v>
                </c:pt>
                <c:pt idx="209">
                  <c:v>2.0899999999999994</c:v>
                </c:pt>
                <c:pt idx="210">
                  <c:v>2.0999999999999992</c:v>
                </c:pt>
                <c:pt idx="211">
                  <c:v>2.109999999999999</c:v>
                </c:pt>
                <c:pt idx="212">
                  <c:v>2.1199999999999988</c:v>
                </c:pt>
                <c:pt idx="213">
                  <c:v>2.1299999999999986</c:v>
                </c:pt>
                <c:pt idx="214">
                  <c:v>2.1399999999999983</c:v>
                </c:pt>
                <c:pt idx="215">
                  <c:v>2.1499999999999981</c:v>
                </c:pt>
                <c:pt idx="216">
                  <c:v>2.1599999999999979</c:v>
                </c:pt>
                <c:pt idx="217">
                  <c:v>2.1699999999999977</c:v>
                </c:pt>
                <c:pt idx="218">
                  <c:v>2.1799999999999975</c:v>
                </c:pt>
                <c:pt idx="219">
                  <c:v>2.1899999999999973</c:v>
                </c:pt>
                <c:pt idx="220">
                  <c:v>2.1999999999999971</c:v>
                </c:pt>
                <c:pt idx="221">
                  <c:v>2.2099999999999969</c:v>
                </c:pt>
                <c:pt idx="222">
                  <c:v>2.2199999999999966</c:v>
                </c:pt>
                <c:pt idx="223">
                  <c:v>2.2299999999999964</c:v>
                </c:pt>
                <c:pt idx="224">
                  <c:v>2.2399999999999962</c:v>
                </c:pt>
                <c:pt idx="225">
                  <c:v>2.249999999999996</c:v>
                </c:pt>
                <c:pt idx="226">
                  <c:v>2.2599999999999958</c:v>
                </c:pt>
                <c:pt idx="227">
                  <c:v>2.2699999999999956</c:v>
                </c:pt>
                <c:pt idx="228">
                  <c:v>2.2799999999999954</c:v>
                </c:pt>
                <c:pt idx="229">
                  <c:v>2.2899999999999952</c:v>
                </c:pt>
                <c:pt idx="230">
                  <c:v>2.2999999999999949</c:v>
                </c:pt>
                <c:pt idx="231">
                  <c:v>2.3099999999999947</c:v>
                </c:pt>
                <c:pt idx="232">
                  <c:v>2.3199999999999945</c:v>
                </c:pt>
                <c:pt idx="233">
                  <c:v>2.3299999999999943</c:v>
                </c:pt>
                <c:pt idx="234">
                  <c:v>2.3399999999999941</c:v>
                </c:pt>
                <c:pt idx="235">
                  <c:v>2.3499999999999939</c:v>
                </c:pt>
                <c:pt idx="236">
                  <c:v>2.3599999999999937</c:v>
                </c:pt>
                <c:pt idx="237">
                  <c:v>2.3699999999999934</c:v>
                </c:pt>
                <c:pt idx="238">
                  <c:v>2.3799999999999932</c:v>
                </c:pt>
                <c:pt idx="239">
                  <c:v>2.389999999999993</c:v>
                </c:pt>
                <c:pt idx="240">
                  <c:v>2.3999999999999928</c:v>
                </c:pt>
                <c:pt idx="241">
                  <c:v>2.4099999999999926</c:v>
                </c:pt>
                <c:pt idx="242">
                  <c:v>2.4199999999999924</c:v>
                </c:pt>
                <c:pt idx="243">
                  <c:v>2.4299999999999922</c:v>
                </c:pt>
                <c:pt idx="244">
                  <c:v>2.439999999999992</c:v>
                </c:pt>
                <c:pt idx="245">
                  <c:v>2.4499999999999917</c:v>
                </c:pt>
                <c:pt idx="246">
                  <c:v>2.4599999999999915</c:v>
                </c:pt>
                <c:pt idx="247">
                  <c:v>2.4699999999999913</c:v>
                </c:pt>
                <c:pt idx="248">
                  <c:v>2.4799999999999911</c:v>
                </c:pt>
                <c:pt idx="249">
                  <c:v>2.4899999999999909</c:v>
                </c:pt>
                <c:pt idx="250">
                  <c:v>2.4999999999999907</c:v>
                </c:pt>
                <c:pt idx="251">
                  <c:v>2.5099999999999905</c:v>
                </c:pt>
                <c:pt idx="252">
                  <c:v>2.5199999999999902</c:v>
                </c:pt>
                <c:pt idx="253">
                  <c:v>2.52999999999999</c:v>
                </c:pt>
                <c:pt idx="254">
                  <c:v>2.5399999999999898</c:v>
                </c:pt>
                <c:pt idx="255">
                  <c:v>2.5499999999999896</c:v>
                </c:pt>
                <c:pt idx="256">
                  <c:v>2.5599999999999894</c:v>
                </c:pt>
                <c:pt idx="257">
                  <c:v>2.5699999999999892</c:v>
                </c:pt>
                <c:pt idx="258">
                  <c:v>2.579999999999989</c:v>
                </c:pt>
                <c:pt idx="259">
                  <c:v>2.5899999999999888</c:v>
                </c:pt>
                <c:pt idx="260">
                  <c:v>2.5999999999999885</c:v>
                </c:pt>
                <c:pt idx="261">
                  <c:v>2.6099999999999883</c:v>
                </c:pt>
                <c:pt idx="262">
                  <c:v>2.6199999999999881</c:v>
                </c:pt>
                <c:pt idx="263">
                  <c:v>2.6299999999999879</c:v>
                </c:pt>
                <c:pt idx="264">
                  <c:v>2.6399999999999877</c:v>
                </c:pt>
                <c:pt idx="265">
                  <c:v>2.6499999999999875</c:v>
                </c:pt>
                <c:pt idx="266">
                  <c:v>2.6599999999999873</c:v>
                </c:pt>
                <c:pt idx="267">
                  <c:v>2.6699999999999871</c:v>
                </c:pt>
                <c:pt idx="268">
                  <c:v>2.6799999999999868</c:v>
                </c:pt>
                <c:pt idx="269">
                  <c:v>2.6899999999999866</c:v>
                </c:pt>
                <c:pt idx="270">
                  <c:v>2.6999999999999864</c:v>
                </c:pt>
                <c:pt idx="271">
                  <c:v>2.7099999999999862</c:v>
                </c:pt>
                <c:pt idx="272">
                  <c:v>2.719999999999986</c:v>
                </c:pt>
                <c:pt idx="273">
                  <c:v>2.7299999999999858</c:v>
                </c:pt>
                <c:pt idx="274">
                  <c:v>2.7399999999999856</c:v>
                </c:pt>
                <c:pt idx="275">
                  <c:v>2.7499999999999853</c:v>
                </c:pt>
                <c:pt idx="276">
                  <c:v>2.7599999999999851</c:v>
                </c:pt>
                <c:pt idx="277">
                  <c:v>2.7699999999999849</c:v>
                </c:pt>
                <c:pt idx="278">
                  <c:v>2.7799999999999847</c:v>
                </c:pt>
                <c:pt idx="279">
                  <c:v>2.7899999999999845</c:v>
                </c:pt>
                <c:pt idx="280">
                  <c:v>2.7999999999999843</c:v>
                </c:pt>
                <c:pt idx="281">
                  <c:v>2.8099999999999841</c:v>
                </c:pt>
                <c:pt idx="282">
                  <c:v>2.8199999999999839</c:v>
                </c:pt>
                <c:pt idx="283">
                  <c:v>2.8299999999999836</c:v>
                </c:pt>
                <c:pt idx="284">
                  <c:v>2.8399999999999834</c:v>
                </c:pt>
                <c:pt idx="285">
                  <c:v>2.8499999999999832</c:v>
                </c:pt>
                <c:pt idx="286">
                  <c:v>2.859999999999983</c:v>
                </c:pt>
                <c:pt idx="287">
                  <c:v>2.8699999999999828</c:v>
                </c:pt>
                <c:pt idx="288">
                  <c:v>2.8799999999999826</c:v>
                </c:pt>
                <c:pt idx="289">
                  <c:v>2.8899999999999824</c:v>
                </c:pt>
                <c:pt idx="290">
                  <c:v>2.8999999999999821</c:v>
                </c:pt>
                <c:pt idx="291">
                  <c:v>2.9099999999999819</c:v>
                </c:pt>
                <c:pt idx="292">
                  <c:v>2.9199999999999817</c:v>
                </c:pt>
                <c:pt idx="293">
                  <c:v>2.9299999999999815</c:v>
                </c:pt>
                <c:pt idx="294">
                  <c:v>2.9399999999999813</c:v>
                </c:pt>
                <c:pt idx="295">
                  <c:v>2.9499999999999811</c:v>
                </c:pt>
                <c:pt idx="296">
                  <c:v>2.9599999999999809</c:v>
                </c:pt>
                <c:pt idx="297">
                  <c:v>2.9699999999999807</c:v>
                </c:pt>
                <c:pt idx="298">
                  <c:v>2.9799999999999804</c:v>
                </c:pt>
                <c:pt idx="299">
                  <c:v>2.9899999999999802</c:v>
                </c:pt>
                <c:pt idx="300">
                  <c:v>2.99999999999998</c:v>
                </c:pt>
                <c:pt idx="301">
                  <c:v>3.0099999999999798</c:v>
                </c:pt>
                <c:pt idx="302">
                  <c:v>3.0199999999999796</c:v>
                </c:pt>
                <c:pt idx="303">
                  <c:v>3.0299999999999794</c:v>
                </c:pt>
                <c:pt idx="304">
                  <c:v>3.0399999999999792</c:v>
                </c:pt>
                <c:pt idx="305">
                  <c:v>3.049999999999979</c:v>
                </c:pt>
                <c:pt idx="306">
                  <c:v>3.0599999999999787</c:v>
                </c:pt>
                <c:pt idx="307">
                  <c:v>3.0699999999999785</c:v>
                </c:pt>
                <c:pt idx="308">
                  <c:v>3.0799999999999783</c:v>
                </c:pt>
                <c:pt idx="309">
                  <c:v>3.0899999999999781</c:v>
                </c:pt>
                <c:pt idx="310">
                  <c:v>3.0999999999999779</c:v>
                </c:pt>
                <c:pt idx="311">
                  <c:v>3.1099999999999777</c:v>
                </c:pt>
                <c:pt idx="312">
                  <c:v>3.1199999999999775</c:v>
                </c:pt>
                <c:pt idx="313">
                  <c:v>3.1299999999999772</c:v>
                </c:pt>
                <c:pt idx="314">
                  <c:v>3.139999999999977</c:v>
                </c:pt>
                <c:pt idx="315">
                  <c:v>3.1499999999999768</c:v>
                </c:pt>
                <c:pt idx="316">
                  <c:v>3.1599999999999766</c:v>
                </c:pt>
                <c:pt idx="317">
                  <c:v>3.1699999999999764</c:v>
                </c:pt>
                <c:pt idx="318">
                  <c:v>3.1799999999999762</c:v>
                </c:pt>
                <c:pt idx="319">
                  <c:v>3.189999999999976</c:v>
                </c:pt>
                <c:pt idx="320">
                  <c:v>3.1999999999999758</c:v>
                </c:pt>
                <c:pt idx="321">
                  <c:v>3.2099999999999755</c:v>
                </c:pt>
                <c:pt idx="322">
                  <c:v>3.2199999999999753</c:v>
                </c:pt>
                <c:pt idx="323">
                  <c:v>3.2299999999999751</c:v>
                </c:pt>
                <c:pt idx="324">
                  <c:v>3.2399999999999749</c:v>
                </c:pt>
                <c:pt idx="325">
                  <c:v>3.2499999999999747</c:v>
                </c:pt>
                <c:pt idx="326">
                  <c:v>3.2599999999999745</c:v>
                </c:pt>
                <c:pt idx="327">
                  <c:v>3.2699999999999743</c:v>
                </c:pt>
                <c:pt idx="328">
                  <c:v>3.279999999999974</c:v>
                </c:pt>
                <c:pt idx="329">
                  <c:v>3.2899999999999738</c:v>
                </c:pt>
                <c:pt idx="330">
                  <c:v>3.2999999999999736</c:v>
                </c:pt>
                <c:pt idx="331">
                  <c:v>3.3099999999999734</c:v>
                </c:pt>
                <c:pt idx="332">
                  <c:v>3.3199999999999732</c:v>
                </c:pt>
                <c:pt idx="333">
                  <c:v>3.329999999999973</c:v>
                </c:pt>
                <c:pt idx="334">
                  <c:v>3.3399999999999728</c:v>
                </c:pt>
                <c:pt idx="335">
                  <c:v>3.3499999999999726</c:v>
                </c:pt>
                <c:pt idx="336">
                  <c:v>3.3599999999999723</c:v>
                </c:pt>
                <c:pt idx="337">
                  <c:v>3.3699999999999721</c:v>
                </c:pt>
                <c:pt idx="338">
                  <c:v>3.3799999999999719</c:v>
                </c:pt>
                <c:pt idx="339">
                  <c:v>3.3899999999999717</c:v>
                </c:pt>
                <c:pt idx="340">
                  <c:v>3.3999999999999715</c:v>
                </c:pt>
                <c:pt idx="341">
                  <c:v>3.4099999999999713</c:v>
                </c:pt>
                <c:pt idx="342">
                  <c:v>3.4199999999999711</c:v>
                </c:pt>
                <c:pt idx="343">
                  <c:v>3.4299999999999708</c:v>
                </c:pt>
                <c:pt idx="344">
                  <c:v>3.4399999999999706</c:v>
                </c:pt>
                <c:pt idx="345">
                  <c:v>3.4499999999999704</c:v>
                </c:pt>
                <c:pt idx="346">
                  <c:v>3.4599999999999702</c:v>
                </c:pt>
                <c:pt idx="347">
                  <c:v>3.46999999999997</c:v>
                </c:pt>
                <c:pt idx="348">
                  <c:v>3.4799999999999698</c:v>
                </c:pt>
                <c:pt idx="349">
                  <c:v>3.4899999999999696</c:v>
                </c:pt>
                <c:pt idx="350">
                  <c:v>3.4999999999999694</c:v>
                </c:pt>
                <c:pt idx="351">
                  <c:v>3.5099999999999691</c:v>
                </c:pt>
                <c:pt idx="352">
                  <c:v>3.5199999999999689</c:v>
                </c:pt>
                <c:pt idx="353">
                  <c:v>3.5299999999999687</c:v>
                </c:pt>
                <c:pt idx="354">
                  <c:v>3.5399999999999685</c:v>
                </c:pt>
                <c:pt idx="355">
                  <c:v>3.5499999999999683</c:v>
                </c:pt>
                <c:pt idx="356">
                  <c:v>3.5599999999999681</c:v>
                </c:pt>
                <c:pt idx="357">
                  <c:v>3.5699999999999679</c:v>
                </c:pt>
                <c:pt idx="358">
                  <c:v>3.5799999999999677</c:v>
                </c:pt>
                <c:pt idx="359">
                  <c:v>3.5899999999999674</c:v>
                </c:pt>
                <c:pt idx="360">
                  <c:v>3.5999999999999672</c:v>
                </c:pt>
                <c:pt idx="361">
                  <c:v>3.609999999999967</c:v>
                </c:pt>
                <c:pt idx="362">
                  <c:v>3.6199999999999668</c:v>
                </c:pt>
                <c:pt idx="363">
                  <c:v>3.6299999999999666</c:v>
                </c:pt>
                <c:pt idx="364">
                  <c:v>3.6399999999999664</c:v>
                </c:pt>
                <c:pt idx="365">
                  <c:v>3.6499999999999662</c:v>
                </c:pt>
                <c:pt idx="366">
                  <c:v>3.6599999999999659</c:v>
                </c:pt>
                <c:pt idx="367">
                  <c:v>3.6699999999999657</c:v>
                </c:pt>
                <c:pt idx="368">
                  <c:v>3.6799999999999655</c:v>
                </c:pt>
                <c:pt idx="369">
                  <c:v>3.6899999999999653</c:v>
                </c:pt>
                <c:pt idx="370">
                  <c:v>3.6999999999999651</c:v>
                </c:pt>
                <c:pt idx="371">
                  <c:v>3.7099999999999649</c:v>
                </c:pt>
                <c:pt idx="372">
                  <c:v>3.7199999999999647</c:v>
                </c:pt>
                <c:pt idx="373">
                  <c:v>3.7299999999999645</c:v>
                </c:pt>
                <c:pt idx="374">
                  <c:v>3.7399999999999642</c:v>
                </c:pt>
                <c:pt idx="375">
                  <c:v>3.749999999999964</c:v>
                </c:pt>
                <c:pt idx="376">
                  <c:v>3.7599999999999638</c:v>
                </c:pt>
                <c:pt idx="377">
                  <c:v>3.7699999999999636</c:v>
                </c:pt>
                <c:pt idx="378">
                  <c:v>3.7799999999999634</c:v>
                </c:pt>
                <c:pt idx="379">
                  <c:v>3.7899999999999632</c:v>
                </c:pt>
                <c:pt idx="380">
                  <c:v>3.799999999999963</c:v>
                </c:pt>
                <c:pt idx="381">
                  <c:v>3.8099999999999627</c:v>
                </c:pt>
                <c:pt idx="382">
                  <c:v>3.8199999999999625</c:v>
                </c:pt>
                <c:pt idx="383">
                  <c:v>3.8299999999999623</c:v>
                </c:pt>
                <c:pt idx="384">
                  <c:v>3.8399999999999621</c:v>
                </c:pt>
                <c:pt idx="385">
                  <c:v>3.8499999999999619</c:v>
                </c:pt>
                <c:pt idx="386">
                  <c:v>3.8599999999999617</c:v>
                </c:pt>
                <c:pt idx="387">
                  <c:v>3.8699999999999615</c:v>
                </c:pt>
                <c:pt idx="388">
                  <c:v>3.8799999999999613</c:v>
                </c:pt>
                <c:pt idx="389">
                  <c:v>3.889999999999961</c:v>
                </c:pt>
                <c:pt idx="390">
                  <c:v>3.8999999999999608</c:v>
                </c:pt>
                <c:pt idx="391">
                  <c:v>3.9099999999999606</c:v>
                </c:pt>
                <c:pt idx="392">
                  <c:v>3.9199999999999604</c:v>
                </c:pt>
                <c:pt idx="393">
                  <c:v>3.9299999999999602</c:v>
                </c:pt>
                <c:pt idx="394">
                  <c:v>3.93999999999996</c:v>
                </c:pt>
                <c:pt idx="395">
                  <c:v>3.9499999999999598</c:v>
                </c:pt>
                <c:pt idx="396">
                  <c:v>3.9599999999999596</c:v>
                </c:pt>
                <c:pt idx="397">
                  <c:v>3.9699999999999593</c:v>
                </c:pt>
                <c:pt idx="398">
                  <c:v>3.9799999999999591</c:v>
                </c:pt>
                <c:pt idx="399">
                  <c:v>3.9899999999999589</c:v>
                </c:pt>
                <c:pt idx="400">
                  <c:v>3.9999999999999587</c:v>
                </c:pt>
                <c:pt idx="401">
                  <c:v>4.0099999999999589</c:v>
                </c:pt>
                <c:pt idx="402">
                  <c:v>4.0199999999999587</c:v>
                </c:pt>
                <c:pt idx="403">
                  <c:v>4.0299999999999585</c:v>
                </c:pt>
                <c:pt idx="404">
                  <c:v>4.0399999999999583</c:v>
                </c:pt>
                <c:pt idx="405">
                  <c:v>4.0499999999999581</c:v>
                </c:pt>
                <c:pt idx="406">
                  <c:v>4.0599999999999579</c:v>
                </c:pt>
                <c:pt idx="407">
                  <c:v>4.0699999999999577</c:v>
                </c:pt>
                <c:pt idx="408">
                  <c:v>4.0799999999999574</c:v>
                </c:pt>
                <c:pt idx="409">
                  <c:v>4.0899999999999572</c:v>
                </c:pt>
                <c:pt idx="410">
                  <c:v>4.099999999999957</c:v>
                </c:pt>
                <c:pt idx="411">
                  <c:v>4.1099999999999568</c:v>
                </c:pt>
                <c:pt idx="412">
                  <c:v>4.1199999999999566</c:v>
                </c:pt>
                <c:pt idx="413">
                  <c:v>4.1299999999999564</c:v>
                </c:pt>
                <c:pt idx="414">
                  <c:v>4.1399999999999562</c:v>
                </c:pt>
                <c:pt idx="415">
                  <c:v>4.1499999999999559</c:v>
                </c:pt>
                <c:pt idx="416">
                  <c:v>4.1599999999999557</c:v>
                </c:pt>
                <c:pt idx="417">
                  <c:v>4.1699999999999555</c:v>
                </c:pt>
                <c:pt idx="418">
                  <c:v>4.1799999999999553</c:v>
                </c:pt>
                <c:pt idx="419">
                  <c:v>4.1899999999999551</c:v>
                </c:pt>
                <c:pt idx="420">
                  <c:v>4.1999999999999549</c:v>
                </c:pt>
                <c:pt idx="421">
                  <c:v>4.2099999999999547</c:v>
                </c:pt>
                <c:pt idx="422">
                  <c:v>4.2199999999999545</c:v>
                </c:pt>
                <c:pt idx="423">
                  <c:v>4.2299999999999542</c:v>
                </c:pt>
                <c:pt idx="424">
                  <c:v>4.239999999999954</c:v>
                </c:pt>
                <c:pt idx="425">
                  <c:v>4.2499999999999538</c:v>
                </c:pt>
                <c:pt idx="426">
                  <c:v>4.2599999999999536</c:v>
                </c:pt>
                <c:pt idx="427">
                  <c:v>4.2699999999999534</c:v>
                </c:pt>
                <c:pt idx="428">
                  <c:v>4.2799999999999532</c:v>
                </c:pt>
                <c:pt idx="429">
                  <c:v>4.289999999999953</c:v>
                </c:pt>
                <c:pt idx="430">
                  <c:v>4.2999999999999527</c:v>
                </c:pt>
                <c:pt idx="431">
                  <c:v>4.3099999999999525</c:v>
                </c:pt>
                <c:pt idx="432">
                  <c:v>4.3199999999999523</c:v>
                </c:pt>
                <c:pt idx="433">
                  <c:v>4.3299999999999521</c:v>
                </c:pt>
                <c:pt idx="434">
                  <c:v>4.3399999999999519</c:v>
                </c:pt>
                <c:pt idx="435">
                  <c:v>4.3499999999999517</c:v>
                </c:pt>
                <c:pt idx="436">
                  <c:v>4.3599999999999515</c:v>
                </c:pt>
                <c:pt idx="437">
                  <c:v>4.3699999999999513</c:v>
                </c:pt>
                <c:pt idx="438">
                  <c:v>4.379999999999951</c:v>
                </c:pt>
                <c:pt idx="439">
                  <c:v>4.3899999999999508</c:v>
                </c:pt>
                <c:pt idx="440">
                  <c:v>4.3999999999999506</c:v>
                </c:pt>
                <c:pt idx="441">
                  <c:v>4.4099999999999504</c:v>
                </c:pt>
                <c:pt idx="442">
                  <c:v>4.4199999999999502</c:v>
                </c:pt>
                <c:pt idx="443">
                  <c:v>4.42999999999995</c:v>
                </c:pt>
                <c:pt idx="444">
                  <c:v>4.4399999999999498</c:v>
                </c:pt>
                <c:pt idx="445">
                  <c:v>4.4499999999999496</c:v>
                </c:pt>
                <c:pt idx="446">
                  <c:v>4.4599999999999493</c:v>
                </c:pt>
                <c:pt idx="447">
                  <c:v>4.4699999999999491</c:v>
                </c:pt>
                <c:pt idx="448">
                  <c:v>4.4799999999999489</c:v>
                </c:pt>
                <c:pt idx="449">
                  <c:v>4.4899999999999487</c:v>
                </c:pt>
                <c:pt idx="450">
                  <c:v>4.4999999999999485</c:v>
                </c:pt>
                <c:pt idx="451">
                  <c:v>4.5099999999999483</c:v>
                </c:pt>
                <c:pt idx="452">
                  <c:v>4.5199999999999481</c:v>
                </c:pt>
                <c:pt idx="453">
                  <c:v>4.5299999999999478</c:v>
                </c:pt>
                <c:pt idx="454">
                  <c:v>4.5399999999999476</c:v>
                </c:pt>
                <c:pt idx="455">
                  <c:v>4.5499999999999474</c:v>
                </c:pt>
                <c:pt idx="456">
                  <c:v>4.5599999999999472</c:v>
                </c:pt>
                <c:pt idx="457">
                  <c:v>4.569999999999947</c:v>
                </c:pt>
                <c:pt idx="458">
                  <c:v>4.5799999999999468</c:v>
                </c:pt>
                <c:pt idx="459">
                  <c:v>4.5899999999999466</c:v>
                </c:pt>
                <c:pt idx="460">
                  <c:v>4.5999999999999464</c:v>
                </c:pt>
                <c:pt idx="461">
                  <c:v>4.6099999999999461</c:v>
                </c:pt>
                <c:pt idx="462">
                  <c:v>4.6199999999999459</c:v>
                </c:pt>
                <c:pt idx="463">
                  <c:v>4.6299999999999457</c:v>
                </c:pt>
                <c:pt idx="464">
                  <c:v>4.6399999999999455</c:v>
                </c:pt>
                <c:pt idx="465">
                  <c:v>4.6499999999999453</c:v>
                </c:pt>
                <c:pt idx="466">
                  <c:v>4.6599999999999451</c:v>
                </c:pt>
                <c:pt idx="467">
                  <c:v>4.6699999999999449</c:v>
                </c:pt>
                <c:pt idx="468">
                  <c:v>4.6799999999999446</c:v>
                </c:pt>
                <c:pt idx="469">
                  <c:v>4.6899999999999444</c:v>
                </c:pt>
                <c:pt idx="470">
                  <c:v>4.6999999999999442</c:v>
                </c:pt>
                <c:pt idx="471">
                  <c:v>4.709999999999944</c:v>
                </c:pt>
                <c:pt idx="472">
                  <c:v>4.7199999999999438</c:v>
                </c:pt>
                <c:pt idx="473">
                  <c:v>4.7299999999999436</c:v>
                </c:pt>
                <c:pt idx="474">
                  <c:v>4.7399999999999434</c:v>
                </c:pt>
                <c:pt idx="475">
                  <c:v>4.7499999999999432</c:v>
                </c:pt>
                <c:pt idx="476">
                  <c:v>4.7599999999999429</c:v>
                </c:pt>
                <c:pt idx="477">
                  <c:v>4.7699999999999427</c:v>
                </c:pt>
                <c:pt idx="478">
                  <c:v>4.7799999999999425</c:v>
                </c:pt>
                <c:pt idx="479">
                  <c:v>4.7899999999999423</c:v>
                </c:pt>
                <c:pt idx="480">
                  <c:v>4.7999999999999421</c:v>
                </c:pt>
                <c:pt idx="481">
                  <c:v>4.8099999999999419</c:v>
                </c:pt>
                <c:pt idx="482">
                  <c:v>4.8199999999999417</c:v>
                </c:pt>
                <c:pt idx="483">
                  <c:v>4.8299999999999415</c:v>
                </c:pt>
                <c:pt idx="484">
                  <c:v>4.8399999999999412</c:v>
                </c:pt>
                <c:pt idx="485">
                  <c:v>4.849999999999941</c:v>
                </c:pt>
                <c:pt idx="486">
                  <c:v>4.8599999999999408</c:v>
                </c:pt>
                <c:pt idx="487">
                  <c:v>4.8699999999999406</c:v>
                </c:pt>
                <c:pt idx="488">
                  <c:v>4.8799999999999404</c:v>
                </c:pt>
                <c:pt idx="489">
                  <c:v>4.8899999999999402</c:v>
                </c:pt>
                <c:pt idx="490">
                  <c:v>4.89999999999994</c:v>
                </c:pt>
                <c:pt idx="491">
                  <c:v>4.9099999999999397</c:v>
                </c:pt>
                <c:pt idx="492">
                  <c:v>4.9199999999999395</c:v>
                </c:pt>
                <c:pt idx="493">
                  <c:v>4.9299999999999393</c:v>
                </c:pt>
                <c:pt idx="494">
                  <c:v>4.9399999999999391</c:v>
                </c:pt>
                <c:pt idx="495">
                  <c:v>4.9499999999999389</c:v>
                </c:pt>
                <c:pt idx="496">
                  <c:v>4.9599999999999387</c:v>
                </c:pt>
                <c:pt idx="497">
                  <c:v>4.9699999999999385</c:v>
                </c:pt>
                <c:pt idx="498">
                  <c:v>4.9799999999999383</c:v>
                </c:pt>
                <c:pt idx="499">
                  <c:v>4.989999999999938</c:v>
                </c:pt>
                <c:pt idx="500">
                  <c:v>4.9999999999999378</c:v>
                </c:pt>
                <c:pt idx="501">
                  <c:v>5.0099999999999376</c:v>
                </c:pt>
                <c:pt idx="502">
                  <c:v>5.0199999999999374</c:v>
                </c:pt>
                <c:pt idx="503">
                  <c:v>5.0299999999999372</c:v>
                </c:pt>
                <c:pt idx="504">
                  <c:v>5.039999999999937</c:v>
                </c:pt>
                <c:pt idx="505">
                  <c:v>5.0499999999999368</c:v>
                </c:pt>
                <c:pt idx="506">
                  <c:v>5.0599999999999365</c:v>
                </c:pt>
                <c:pt idx="507">
                  <c:v>5.0699999999999363</c:v>
                </c:pt>
                <c:pt idx="508">
                  <c:v>5.0799999999999361</c:v>
                </c:pt>
                <c:pt idx="509">
                  <c:v>5.0899999999999359</c:v>
                </c:pt>
                <c:pt idx="510">
                  <c:v>5.0999999999999357</c:v>
                </c:pt>
                <c:pt idx="511">
                  <c:v>5.1099999999999355</c:v>
                </c:pt>
                <c:pt idx="512">
                  <c:v>5.1199999999999353</c:v>
                </c:pt>
                <c:pt idx="513">
                  <c:v>5.1299999999999351</c:v>
                </c:pt>
                <c:pt idx="514">
                  <c:v>5.1399999999999348</c:v>
                </c:pt>
                <c:pt idx="515">
                  <c:v>5.1499999999999346</c:v>
                </c:pt>
                <c:pt idx="516">
                  <c:v>5.1599999999999344</c:v>
                </c:pt>
                <c:pt idx="517">
                  <c:v>5.1699999999999342</c:v>
                </c:pt>
                <c:pt idx="518">
                  <c:v>5.179999999999934</c:v>
                </c:pt>
                <c:pt idx="519">
                  <c:v>5.1899999999999338</c:v>
                </c:pt>
                <c:pt idx="520">
                  <c:v>5.1999999999999336</c:v>
                </c:pt>
                <c:pt idx="521">
                  <c:v>5.2099999999999334</c:v>
                </c:pt>
                <c:pt idx="522">
                  <c:v>5.2199999999999331</c:v>
                </c:pt>
                <c:pt idx="523">
                  <c:v>5.2299999999999329</c:v>
                </c:pt>
                <c:pt idx="524">
                  <c:v>5.2399999999999327</c:v>
                </c:pt>
                <c:pt idx="525">
                  <c:v>5.2499999999999325</c:v>
                </c:pt>
                <c:pt idx="526">
                  <c:v>5.2599999999999323</c:v>
                </c:pt>
                <c:pt idx="527">
                  <c:v>5.2699999999999321</c:v>
                </c:pt>
                <c:pt idx="528">
                  <c:v>5.2799999999999319</c:v>
                </c:pt>
                <c:pt idx="529">
                  <c:v>5.2899999999999316</c:v>
                </c:pt>
                <c:pt idx="530">
                  <c:v>5.2999999999999314</c:v>
                </c:pt>
                <c:pt idx="531">
                  <c:v>5.3099999999999312</c:v>
                </c:pt>
                <c:pt idx="532">
                  <c:v>5.319999999999931</c:v>
                </c:pt>
                <c:pt idx="533">
                  <c:v>5.3299999999999308</c:v>
                </c:pt>
                <c:pt idx="534">
                  <c:v>5.3399999999999306</c:v>
                </c:pt>
                <c:pt idx="535">
                  <c:v>5.3499999999999304</c:v>
                </c:pt>
                <c:pt idx="536">
                  <c:v>5.3599999999999302</c:v>
                </c:pt>
                <c:pt idx="537">
                  <c:v>5.3699999999999299</c:v>
                </c:pt>
                <c:pt idx="538">
                  <c:v>5.3799999999999297</c:v>
                </c:pt>
                <c:pt idx="539">
                  <c:v>5.3899999999999295</c:v>
                </c:pt>
                <c:pt idx="540">
                  <c:v>5.3999999999999293</c:v>
                </c:pt>
                <c:pt idx="541">
                  <c:v>5.4099999999999291</c:v>
                </c:pt>
                <c:pt idx="542">
                  <c:v>5.4199999999999289</c:v>
                </c:pt>
                <c:pt idx="543">
                  <c:v>5.4299999999999287</c:v>
                </c:pt>
                <c:pt idx="544">
                  <c:v>5.4399999999999284</c:v>
                </c:pt>
                <c:pt idx="545">
                  <c:v>5.4499999999999282</c:v>
                </c:pt>
                <c:pt idx="546">
                  <c:v>5.459999999999928</c:v>
                </c:pt>
                <c:pt idx="547">
                  <c:v>5.4699999999999278</c:v>
                </c:pt>
                <c:pt idx="548">
                  <c:v>5.4799999999999276</c:v>
                </c:pt>
                <c:pt idx="549">
                  <c:v>5.4899999999999274</c:v>
                </c:pt>
                <c:pt idx="550">
                  <c:v>5.4999999999999272</c:v>
                </c:pt>
                <c:pt idx="551">
                  <c:v>5.509999999999927</c:v>
                </c:pt>
                <c:pt idx="552">
                  <c:v>5.5199999999999267</c:v>
                </c:pt>
                <c:pt idx="553">
                  <c:v>5.5299999999999265</c:v>
                </c:pt>
                <c:pt idx="554">
                  <c:v>5.5399999999999263</c:v>
                </c:pt>
                <c:pt idx="555">
                  <c:v>5.5499999999999261</c:v>
                </c:pt>
                <c:pt idx="556">
                  <c:v>5.5599999999999259</c:v>
                </c:pt>
                <c:pt idx="557">
                  <c:v>5.5699999999999257</c:v>
                </c:pt>
                <c:pt idx="558">
                  <c:v>5.5799999999999255</c:v>
                </c:pt>
                <c:pt idx="559">
                  <c:v>5.5899999999999253</c:v>
                </c:pt>
                <c:pt idx="560">
                  <c:v>5.599999999999925</c:v>
                </c:pt>
                <c:pt idx="561">
                  <c:v>5.6099999999999248</c:v>
                </c:pt>
                <c:pt idx="562">
                  <c:v>5.6199999999999246</c:v>
                </c:pt>
                <c:pt idx="563">
                  <c:v>5.6299999999999244</c:v>
                </c:pt>
                <c:pt idx="564">
                  <c:v>5.6399999999999242</c:v>
                </c:pt>
                <c:pt idx="565">
                  <c:v>5.649999999999924</c:v>
                </c:pt>
                <c:pt idx="566">
                  <c:v>5.6599999999999238</c:v>
                </c:pt>
                <c:pt idx="567">
                  <c:v>5.6699999999999235</c:v>
                </c:pt>
                <c:pt idx="568">
                  <c:v>5.6799999999999233</c:v>
                </c:pt>
                <c:pt idx="569">
                  <c:v>5.6899999999999231</c:v>
                </c:pt>
                <c:pt idx="570">
                  <c:v>5.6999999999999229</c:v>
                </c:pt>
                <c:pt idx="571">
                  <c:v>5.7099999999999227</c:v>
                </c:pt>
                <c:pt idx="572">
                  <c:v>5.7199999999999225</c:v>
                </c:pt>
                <c:pt idx="573">
                  <c:v>5.7299999999999223</c:v>
                </c:pt>
                <c:pt idx="574">
                  <c:v>5.7399999999999221</c:v>
                </c:pt>
                <c:pt idx="575">
                  <c:v>5.7499999999999218</c:v>
                </c:pt>
                <c:pt idx="576">
                  <c:v>5.7599999999999216</c:v>
                </c:pt>
                <c:pt idx="577">
                  <c:v>5.7699999999999214</c:v>
                </c:pt>
                <c:pt idx="578">
                  <c:v>5.7799999999999212</c:v>
                </c:pt>
                <c:pt idx="579">
                  <c:v>5.789999999999921</c:v>
                </c:pt>
                <c:pt idx="580">
                  <c:v>5.7999999999999208</c:v>
                </c:pt>
                <c:pt idx="581">
                  <c:v>5.8099999999999206</c:v>
                </c:pt>
                <c:pt idx="582">
                  <c:v>5.8199999999999203</c:v>
                </c:pt>
                <c:pt idx="583">
                  <c:v>5.8299999999999201</c:v>
                </c:pt>
                <c:pt idx="584">
                  <c:v>5.8399999999999199</c:v>
                </c:pt>
                <c:pt idx="585">
                  <c:v>5.8499999999999197</c:v>
                </c:pt>
                <c:pt idx="586">
                  <c:v>5.8599999999999195</c:v>
                </c:pt>
                <c:pt idx="587">
                  <c:v>5.8699999999999193</c:v>
                </c:pt>
                <c:pt idx="588">
                  <c:v>5.8799999999999191</c:v>
                </c:pt>
                <c:pt idx="589">
                  <c:v>5.8899999999999189</c:v>
                </c:pt>
                <c:pt idx="590">
                  <c:v>5.8999999999999186</c:v>
                </c:pt>
                <c:pt idx="591">
                  <c:v>5.9099999999999184</c:v>
                </c:pt>
                <c:pt idx="592">
                  <c:v>5.9199999999999182</c:v>
                </c:pt>
                <c:pt idx="593">
                  <c:v>5.929999999999918</c:v>
                </c:pt>
                <c:pt idx="594">
                  <c:v>5.9399999999999178</c:v>
                </c:pt>
                <c:pt idx="595">
                  <c:v>5.9499999999999176</c:v>
                </c:pt>
                <c:pt idx="596">
                  <c:v>5.9599999999999174</c:v>
                </c:pt>
                <c:pt idx="597">
                  <c:v>5.9699999999999172</c:v>
                </c:pt>
                <c:pt idx="598">
                  <c:v>5.9799999999999169</c:v>
                </c:pt>
                <c:pt idx="599">
                  <c:v>5.9899999999999167</c:v>
                </c:pt>
                <c:pt idx="600">
                  <c:v>5.9999999999999165</c:v>
                </c:pt>
                <c:pt idx="601">
                  <c:v>6.0099999999999163</c:v>
                </c:pt>
                <c:pt idx="602">
                  <c:v>6.0199999999999161</c:v>
                </c:pt>
                <c:pt idx="603">
                  <c:v>6.0299999999999159</c:v>
                </c:pt>
                <c:pt idx="604">
                  <c:v>6.0399999999999157</c:v>
                </c:pt>
                <c:pt idx="605">
                  <c:v>6.0499999999999154</c:v>
                </c:pt>
                <c:pt idx="606">
                  <c:v>6.0599999999999152</c:v>
                </c:pt>
                <c:pt idx="607">
                  <c:v>6.069999999999915</c:v>
                </c:pt>
                <c:pt idx="608">
                  <c:v>6.0799999999999148</c:v>
                </c:pt>
                <c:pt idx="609">
                  <c:v>6.0899999999999146</c:v>
                </c:pt>
                <c:pt idx="610">
                  <c:v>6.0999999999999144</c:v>
                </c:pt>
                <c:pt idx="611">
                  <c:v>6.1099999999999142</c:v>
                </c:pt>
                <c:pt idx="612">
                  <c:v>6.119999999999914</c:v>
                </c:pt>
                <c:pt idx="613">
                  <c:v>6.1299999999999137</c:v>
                </c:pt>
                <c:pt idx="614">
                  <c:v>6.1399999999999135</c:v>
                </c:pt>
                <c:pt idx="615">
                  <c:v>6.1499999999999133</c:v>
                </c:pt>
                <c:pt idx="616">
                  <c:v>6.1599999999999131</c:v>
                </c:pt>
                <c:pt idx="617">
                  <c:v>6.1699999999999129</c:v>
                </c:pt>
                <c:pt idx="618">
                  <c:v>6.1799999999999127</c:v>
                </c:pt>
                <c:pt idx="619">
                  <c:v>6.1899999999999125</c:v>
                </c:pt>
                <c:pt idx="620">
                  <c:v>6.1999999999999122</c:v>
                </c:pt>
                <c:pt idx="621">
                  <c:v>6.209999999999912</c:v>
                </c:pt>
                <c:pt idx="622">
                  <c:v>6.2199999999999118</c:v>
                </c:pt>
                <c:pt idx="623">
                  <c:v>6.2299999999999116</c:v>
                </c:pt>
                <c:pt idx="624">
                  <c:v>6.2399999999999114</c:v>
                </c:pt>
                <c:pt idx="625">
                  <c:v>6.2499999999999112</c:v>
                </c:pt>
                <c:pt idx="626">
                  <c:v>6.259999999999911</c:v>
                </c:pt>
                <c:pt idx="627">
                  <c:v>6.2699999999999108</c:v>
                </c:pt>
                <c:pt idx="628">
                  <c:v>6.2799999999999105</c:v>
                </c:pt>
                <c:pt idx="629">
                  <c:v>6.2899999999999103</c:v>
                </c:pt>
                <c:pt idx="630">
                  <c:v>6.2999999999999101</c:v>
                </c:pt>
                <c:pt idx="631">
                  <c:v>6.3099999999999099</c:v>
                </c:pt>
                <c:pt idx="632">
                  <c:v>6.3199999999999097</c:v>
                </c:pt>
                <c:pt idx="633">
                  <c:v>6.3299999999999095</c:v>
                </c:pt>
                <c:pt idx="634">
                  <c:v>6.3399999999999093</c:v>
                </c:pt>
                <c:pt idx="635">
                  <c:v>6.3499999999999091</c:v>
                </c:pt>
                <c:pt idx="636">
                  <c:v>6.3599999999999088</c:v>
                </c:pt>
                <c:pt idx="637">
                  <c:v>6.3699999999999086</c:v>
                </c:pt>
                <c:pt idx="638">
                  <c:v>6.3799999999999084</c:v>
                </c:pt>
                <c:pt idx="639">
                  <c:v>6.3899999999999082</c:v>
                </c:pt>
                <c:pt idx="640">
                  <c:v>6.399999999999908</c:v>
                </c:pt>
                <c:pt idx="641">
                  <c:v>6.4099999999999078</c:v>
                </c:pt>
                <c:pt idx="642">
                  <c:v>6.4199999999999076</c:v>
                </c:pt>
                <c:pt idx="643">
                  <c:v>6.4299999999999073</c:v>
                </c:pt>
                <c:pt idx="644">
                  <c:v>6.4399999999999071</c:v>
                </c:pt>
                <c:pt idx="645">
                  <c:v>6.4499999999999069</c:v>
                </c:pt>
                <c:pt idx="646">
                  <c:v>6.4599999999999067</c:v>
                </c:pt>
                <c:pt idx="647">
                  <c:v>6.4699999999999065</c:v>
                </c:pt>
                <c:pt idx="648">
                  <c:v>6.4799999999999063</c:v>
                </c:pt>
                <c:pt idx="649">
                  <c:v>6.4899999999999061</c:v>
                </c:pt>
                <c:pt idx="650">
                  <c:v>6.4999999999999059</c:v>
                </c:pt>
                <c:pt idx="651">
                  <c:v>6.5099999999999056</c:v>
                </c:pt>
                <c:pt idx="652">
                  <c:v>6.5199999999999054</c:v>
                </c:pt>
                <c:pt idx="653">
                  <c:v>6.5299999999999052</c:v>
                </c:pt>
                <c:pt idx="654">
                  <c:v>6.539999999999905</c:v>
                </c:pt>
                <c:pt idx="655">
                  <c:v>6.5499999999999048</c:v>
                </c:pt>
                <c:pt idx="656">
                  <c:v>6.5599999999999046</c:v>
                </c:pt>
                <c:pt idx="657">
                  <c:v>6.5699999999999044</c:v>
                </c:pt>
                <c:pt idx="658">
                  <c:v>6.5799999999999041</c:v>
                </c:pt>
                <c:pt idx="659">
                  <c:v>6.5899999999999039</c:v>
                </c:pt>
                <c:pt idx="660">
                  <c:v>6.5999999999999037</c:v>
                </c:pt>
                <c:pt idx="661">
                  <c:v>6.6099999999999035</c:v>
                </c:pt>
                <c:pt idx="662">
                  <c:v>6.6199999999999033</c:v>
                </c:pt>
                <c:pt idx="663">
                  <c:v>6.6299999999999031</c:v>
                </c:pt>
                <c:pt idx="664">
                  <c:v>6.6399999999999029</c:v>
                </c:pt>
                <c:pt idx="665">
                  <c:v>6.6499999999999027</c:v>
                </c:pt>
                <c:pt idx="666">
                  <c:v>6.6599999999999024</c:v>
                </c:pt>
                <c:pt idx="667">
                  <c:v>6.6699999999999022</c:v>
                </c:pt>
                <c:pt idx="668">
                  <c:v>6.679999999999902</c:v>
                </c:pt>
                <c:pt idx="669">
                  <c:v>6.6899999999999018</c:v>
                </c:pt>
                <c:pt idx="670">
                  <c:v>6.6999999999999016</c:v>
                </c:pt>
                <c:pt idx="671">
                  <c:v>6.7099999999999014</c:v>
                </c:pt>
                <c:pt idx="672">
                  <c:v>6.7199999999999012</c:v>
                </c:pt>
                <c:pt idx="673">
                  <c:v>6.729999999999901</c:v>
                </c:pt>
                <c:pt idx="674">
                  <c:v>6.7399999999999007</c:v>
                </c:pt>
                <c:pt idx="675">
                  <c:v>6.7499999999999005</c:v>
                </c:pt>
                <c:pt idx="676">
                  <c:v>6.7599999999999003</c:v>
                </c:pt>
                <c:pt idx="677">
                  <c:v>6.7699999999999001</c:v>
                </c:pt>
                <c:pt idx="678">
                  <c:v>6.7799999999998999</c:v>
                </c:pt>
                <c:pt idx="679">
                  <c:v>6.7899999999998997</c:v>
                </c:pt>
                <c:pt idx="680">
                  <c:v>6.7999999999998995</c:v>
                </c:pt>
                <c:pt idx="681">
                  <c:v>6.8099999999998992</c:v>
                </c:pt>
                <c:pt idx="682">
                  <c:v>6.819999999999899</c:v>
                </c:pt>
                <c:pt idx="683">
                  <c:v>6.8299999999998988</c:v>
                </c:pt>
                <c:pt idx="684">
                  <c:v>6.8399999999998986</c:v>
                </c:pt>
                <c:pt idx="685">
                  <c:v>6.8499999999998984</c:v>
                </c:pt>
                <c:pt idx="686">
                  <c:v>6.8599999999998982</c:v>
                </c:pt>
                <c:pt idx="687">
                  <c:v>6.869999999999898</c:v>
                </c:pt>
                <c:pt idx="688">
                  <c:v>6.8799999999998978</c:v>
                </c:pt>
                <c:pt idx="689">
                  <c:v>6.8899999999998975</c:v>
                </c:pt>
                <c:pt idx="690">
                  <c:v>6.8999999999998973</c:v>
                </c:pt>
                <c:pt idx="691">
                  <c:v>6.9099999999998971</c:v>
                </c:pt>
                <c:pt idx="692">
                  <c:v>6.9199999999998969</c:v>
                </c:pt>
                <c:pt idx="693">
                  <c:v>6.9299999999998967</c:v>
                </c:pt>
                <c:pt idx="694">
                  <c:v>6.9399999999998965</c:v>
                </c:pt>
                <c:pt idx="695">
                  <c:v>6.9499999999998963</c:v>
                </c:pt>
                <c:pt idx="696">
                  <c:v>6.959999999999896</c:v>
                </c:pt>
                <c:pt idx="697">
                  <c:v>6.9699999999998958</c:v>
                </c:pt>
                <c:pt idx="698">
                  <c:v>6.9799999999998956</c:v>
                </c:pt>
                <c:pt idx="699">
                  <c:v>6.9899999999998954</c:v>
                </c:pt>
                <c:pt idx="700">
                  <c:v>6.9999999999998952</c:v>
                </c:pt>
                <c:pt idx="701">
                  <c:v>7.009999999999895</c:v>
                </c:pt>
                <c:pt idx="702">
                  <c:v>7.0199999999998948</c:v>
                </c:pt>
                <c:pt idx="703">
                  <c:v>7.0299999999998946</c:v>
                </c:pt>
                <c:pt idx="704">
                  <c:v>7.0399999999998943</c:v>
                </c:pt>
                <c:pt idx="705">
                  <c:v>7.0499999999998941</c:v>
                </c:pt>
                <c:pt idx="706">
                  <c:v>7.0599999999998939</c:v>
                </c:pt>
                <c:pt idx="707">
                  <c:v>7.0699999999998937</c:v>
                </c:pt>
                <c:pt idx="708">
                  <c:v>7.0799999999998935</c:v>
                </c:pt>
                <c:pt idx="709">
                  <c:v>7.0899999999998933</c:v>
                </c:pt>
                <c:pt idx="710">
                  <c:v>7.0999999999998931</c:v>
                </c:pt>
                <c:pt idx="711">
                  <c:v>7.1099999999998929</c:v>
                </c:pt>
                <c:pt idx="712">
                  <c:v>7.1199999999998926</c:v>
                </c:pt>
                <c:pt idx="713">
                  <c:v>7.1299999999998924</c:v>
                </c:pt>
                <c:pt idx="714">
                  <c:v>7.1399999999998922</c:v>
                </c:pt>
                <c:pt idx="715">
                  <c:v>7.149999999999892</c:v>
                </c:pt>
                <c:pt idx="716">
                  <c:v>7.1599999999998918</c:v>
                </c:pt>
                <c:pt idx="717">
                  <c:v>7.1699999999998916</c:v>
                </c:pt>
                <c:pt idx="718">
                  <c:v>7.1799999999998914</c:v>
                </c:pt>
                <c:pt idx="719">
                  <c:v>7.1899999999998911</c:v>
                </c:pt>
                <c:pt idx="720">
                  <c:v>7.1999999999998909</c:v>
                </c:pt>
                <c:pt idx="721">
                  <c:v>7.2099999999998907</c:v>
                </c:pt>
                <c:pt idx="722">
                  <c:v>7.2199999999998905</c:v>
                </c:pt>
                <c:pt idx="723">
                  <c:v>7.2299999999998903</c:v>
                </c:pt>
                <c:pt idx="724">
                  <c:v>7.2399999999998901</c:v>
                </c:pt>
                <c:pt idx="725">
                  <c:v>7.2499999999998899</c:v>
                </c:pt>
                <c:pt idx="726">
                  <c:v>7.2599999999998897</c:v>
                </c:pt>
                <c:pt idx="727">
                  <c:v>7.2699999999998894</c:v>
                </c:pt>
                <c:pt idx="728">
                  <c:v>7.2799999999998892</c:v>
                </c:pt>
                <c:pt idx="729">
                  <c:v>7.289999999999889</c:v>
                </c:pt>
                <c:pt idx="730">
                  <c:v>7.2999999999998888</c:v>
                </c:pt>
                <c:pt idx="731">
                  <c:v>7.3099999999998886</c:v>
                </c:pt>
                <c:pt idx="732">
                  <c:v>7.3199999999998884</c:v>
                </c:pt>
                <c:pt idx="733">
                  <c:v>7.3299999999998882</c:v>
                </c:pt>
                <c:pt idx="734">
                  <c:v>7.3399999999998879</c:v>
                </c:pt>
                <c:pt idx="735">
                  <c:v>7.3499999999998877</c:v>
                </c:pt>
                <c:pt idx="736">
                  <c:v>7.3599999999998875</c:v>
                </c:pt>
                <c:pt idx="737">
                  <c:v>7.3699999999998873</c:v>
                </c:pt>
                <c:pt idx="738">
                  <c:v>7.3799999999998871</c:v>
                </c:pt>
                <c:pt idx="739">
                  <c:v>7.3899999999998869</c:v>
                </c:pt>
                <c:pt idx="740">
                  <c:v>7.3999999999998867</c:v>
                </c:pt>
                <c:pt idx="741">
                  <c:v>7.4099999999998865</c:v>
                </c:pt>
                <c:pt idx="742">
                  <c:v>7.4199999999998862</c:v>
                </c:pt>
                <c:pt idx="743">
                  <c:v>7.429999999999886</c:v>
                </c:pt>
                <c:pt idx="744">
                  <c:v>7.4399999999998858</c:v>
                </c:pt>
                <c:pt idx="745">
                  <c:v>7.4499999999998856</c:v>
                </c:pt>
                <c:pt idx="746">
                  <c:v>7.4599999999998854</c:v>
                </c:pt>
                <c:pt idx="747">
                  <c:v>7.4699999999998852</c:v>
                </c:pt>
                <c:pt idx="748">
                  <c:v>7.479999999999885</c:v>
                </c:pt>
                <c:pt idx="749">
                  <c:v>7.4899999999998847</c:v>
                </c:pt>
                <c:pt idx="750">
                  <c:v>7.4999999999998845</c:v>
                </c:pt>
                <c:pt idx="751">
                  <c:v>7.5099999999998843</c:v>
                </c:pt>
                <c:pt idx="752">
                  <c:v>7.5199999999998841</c:v>
                </c:pt>
                <c:pt idx="753">
                  <c:v>7.5299999999998839</c:v>
                </c:pt>
                <c:pt idx="754">
                  <c:v>7.5399999999998837</c:v>
                </c:pt>
                <c:pt idx="755">
                  <c:v>7.5499999999998835</c:v>
                </c:pt>
                <c:pt idx="756">
                  <c:v>7.5599999999998833</c:v>
                </c:pt>
                <c:pt idx="757">
                  <c:v>7.569999999999883</c:v>
                </c:pt>
                <c:pt idx="758">
                  <c:v>7.5799999999998828</c:v>
                </c:pt>
                <c:pt idx="759">
                  <c:v>7.5899999999998826</c:v>
                </c:pt>
                <c:pt idx="760">
                  <c:v>7.5999999999998824</c:v>
                </c:pt>
                <c:pt idx="761">
                  <c:v>7.6099999999998822</c:v>
                </c:pt>
                <c:pt idx="762">
                  <c:v>7.619999999999882</c:v>
                </c:pt>
                <c:pt idx="763">
                  <c:v>7.6299999999998818</c:v>
                </c:pt>
                <c:pt idx="764">
                  <c:v>7.6399999999998816</c:v>
                </c:pt>
                <c:pt idx="765">
                  <c:v>7.6499999999998813</c:v>
                </c:pt>
                <c:pt idx="766">
                  <c:v>7.6599999999998811</c:v>
                </c:pt>
                <c:pt idx="767">
                  <c:v>7.6699999999998809</c:v>
                </c:pt>
                <c:pt idx="768">
                  <c:v>7.6799999999998807</c:v>
                </c:pt>
                <c:pt idx="769">
                  <c:v>7.6899999999998805</c:v>
                </c:pt>
                <c:pt idx="770">
                  <c:v>7.6999999999998803</c:v>
                </c:pt>
                <c:pt idx="771">
                  <c:v>7.7099999999998801</c:v>
                </c:pt>
                <c:pt idx="772">
                  <c:v>7.7199999999998798</c:v>
                </c:pt>
                <c:pt idx="773">
                  <c:v>7.7299999999998796</c:v>
                </c:pt>
                <c:pt idx="774">
                  <c:v>7.7399999999998794</c:v>
                </c:pt>
                <c:pt idx="775">
                  <c:v>7.7499999999998792</c:v>
                </c:pt>
                <c:pt idx="776">
                  <c:v>7.759999999999879</c:v>
                </c:pt>
                <c:pt idx="777">
                  <c:v>7.7699999999998788</c:v>
                </c:pt>
                <c:pt idx="778">
                  <c:v>7.7799999999998786</c:v>
                </c:pt>
                <c:pt idx="779">
                  <c:v>7.7899999999998784</c:v>
                </c:pt>
                <c:pt idx="780">
                  <c:v>7.7999999999998781</c:v>
                </c:pt>
                <c:pt idx="781">
                  <c:v>7.8099999999998779</c:v>
                </c:pt>
                <c:pt idx="782">
                  <c:v>7.8199999999998777</c:v>
                </c:pt>
                <c:pt idx="783">
                  <c:v>7.8299999999998775</c:v>
                </c:pt>
                <c:pt idx="784">
                  <c:v>7.8399999999998773</c:v>
                </c:pt>
                <c:pt idx="785">
                  <c:v>7.8499999999998771</c:v>
                </c:pt>
                <c:pt idx="786">
                  <c:v>7.8599999999998769</c:v>
                </c:pt>
                <c:pt idx="787">
                  <c:v>7.8699999999998766</c:v>
                </c:pt>
                <c:pt idx="788">
                  <c:v>7.8799999999998764</c:v>
                </c:pt>
                <c:pt idx="789">
                  <c:v>7.8899999999998762</c:v>
                </c:pt>
                <c:pt idx="790">
                  <c:v>7.899999999999876</c:v>
                </c:pt>
                <c:pt idx="791">
                  <c:v>7.9099999999998758</c:v>
                </c:pt>
                <c:pt idx="792">
                  <c:v>7.9199999999998756</c:v>
                </c:pt>
                <c:pt idx="793">
                  <c:v>7.9299999999998754</c:v>
                </c:pt>
                <c:pt idx="794">
                  <c:v>7.9399999999998752</c:v>
                </c:pt>
                <c:pt idx="795">
                  <c:v>7.9499999999998749</c:v>
                </c:pt>
                <c:pt idx="796">
                  <c:v>7.9599999999998747</c:v>
                </c:pt>
                <c:pt idx="797">
                  <c:v>7.9699999999998745</c:v>
                </c:pt>
                <c:pt idx="798">
                  <c:v>7.9799999999998743</c:v>
                </c:pt>
                <c:pt idx="799">
                  <c:v>7.9899999999998741</c:v>
                </c:pt>
                <c:pt idx="800">
                  <c:v>7.9999999999998739</c:v>
                </c:pt>
              </c:numCache>
            </c:numRef>
          </c:xVal>
          <c:yVal>
            <c:numRef>
              <c:f>Sheet2!$X$2:$X$802</c:f>
              <c:numCache>
                <c:formatCode>General</c:formatCode>
                <c:ptCount val="80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  <c:pt idx="100">
                  <c:v>0</c:v>
                </c:pt>
                <c:pt idx="101">
                  <c:v>-2.9150357524131446E-13</c:v>
                </c:pt>
                <c:pt idx="102">
                  <c:v>-3.47139809111493E-2</c:v>
                </c:pt>
                <c:pt idx="103">
                  <c:v>-6.9575475352875532E-2</c:v>
                </c:pt>
                <c:pt idx="104">
                  <c:v>-0.10452371371137338</c:v>
                </c:pt>
                <c:pt idx="105">
                  <c:v>-0.13949740724025858</c:v>
                </c:pt>
                <c:pt idx="106">
                  <c:v>-0.17443485333428563</c:v>
                </c:pt>
                <c:pt idx="107">
                  <c:v>-0.20927404216827963</c:v>
                </c:pt>
                <c:pt idx="108">
                  <c:v>-0.24395276452121234</c:v>
                </c:pt>
                <c:pt idx="109">
                  <c:v>-0.27840872060180238</c:v>
                </c:pt>
                <c:pt idx="110">
                  <c:v>-0.31257962968920494</c:v>
                </c:pt>
                <c:pt idx="111">
                  <c:v>-0.34640334039984771</c:v>
                </c:pt>
                <c:pt idx="112">
                  <c:v>-0.37981794138905139</c:v>
                </c:pt>
                <c:pt idx="113">
                  <c:v>-0.41276187229432981</c:v>
                </c:pt>
                <c:pt idx="114">
                  <c:v>-0.44517403472561545</c:v>
                </c:pt>
                <c:pt idx="115">
                  <c:v>-0.47699390310632428</c:v>
                </c:pt>
                <c:pt idx="116">
                  <c:v>-0.50816163516840795</c:v>
                </c:pt>
                <c:pt idx="117">
                  <c:v>-0.53861818190381894</c:v>
                </c:pt>
                <c:pt idx="118">
                  <c:v>-0.56830539677466674</c:v>
                </c:pt>
                <c:pt idx="119">
                  <c:v>-0.59716614398450873</c:v>
                </c:pt>
                <c:pt idx="120">
                  <c:v>-0.62514440561353846</c:v>
                </c:pt>
                <c:pt idx="121">
                  <c:v>-0.65218538742141308</c:v>
                </c:pt>
                <c:pt idx="122">
                  <c:v>-0.67823562312257624</c:v>
                </c:pt>
                <c:pt idx="123">
                  <c:v>-0.70324307694042409</c:v>
                </c:pt>
                <c:pt idx="124">
                  <c:v>-0.72715724424859196</c:v>
                </c:pt>
                <c:pt idx="125">
                  <c:v>-0.74992925010987965</c:v>
                </c:pt>
                <c:pt idx="126">
                  <c:v>-0.77151194552581537</c:v>
                </c:pt>
                <c:pt idx="127">
                  <c:v>-0.79186000121294153</c:v>
                </c:pt>
                <c:pt idx="128">
                  <c:v>-0.81092999872499449</c:v>
                </c:pt>
                <c:pt idx="129">
                  <c:v>-0.82868051874389337</c:v>
                </c:pt>
                <c:pt idx="130">
                  <c:v>-0.84507222636634516</c:v>
                </c:pt>
                <c:pt idx="131">
                  <c:v>-0.8600679532171196</c:v>
                </c:pt>
                <c:pt idx="132">
                  <c:v>-0.87363277622468116</c:v>
                </c:pt>
                <c:pt idx="133">
                  <c:v>-0.885734092899779</c:v>
                </c:pt>
                <c:pt idx="134">
                  <c:v>-0.8963416929627841</c:v>
                </c:pt>
                <c:pt idx="135">
                  <c:v>-0.90542782617113204</c:v>
                </c:pt>
                <c:pt idx="136">
                  <c:v>-0.91296726620404989</c:v>
                </c:pt>
                <c:pt idx="137">
                  <c:v>-0.91893737046782531</c:v>
                </c:pt>
                <c:pt idx="138">
                  <c:v>-0.92331813569131838</c:v>
                </c:pt>
                <c:pt idx="139">
                  <c:v>-0.92609224918804012</c:v>
                </c:pt>
                <c:pt idx="140">
                  <c:v>-0.92724513566806033</c:v>
                </c:pt>
                <c:pt idx="141">
                  <c:v>-0.92676499949016622</c:v>
                </c:pt>
                <c:pt idx="142">
                  <c:v>-0.92464286225210368</c:v>
                </c:pt>
                <c:pt idx="143">
                  <c:v>-0.92087259562436929</c:v>
                </c:pt>
                <c:pt idx="144">
                  <c:v>-0.91545094934083904</c:v>
                </c:pt>
                <c:pt idx="145">
                  <c:v>-0.90837757426760546</c:v>
                </c:pt>
                <c:pt idx="146">
                  <c:v>-0.899655040479588</c:v>
                </c:pt>
                <c:pt idx="147">
                  <c:v>-0.88928885028290139</c:v>
                </c:pt>
                <c:pt idx="148">
                  <c:v>-0.8772874461295449</c:v>
                </c:pt>
                <c:pt idx="149">
                  <c:v>-0.86366221337966853</c:v>
                </c:pt>
                <c:pt idx="150">
                  <c:v>-0.84842747787551487</c:v>
                </c:pt>
                <c:pt idx="151">
                  <c:v>-0.83160049830013605</c:v>
                </c:pt>
                <c:pt idx="152">
                  <c:v>-0.81320145330295768</c:v>
                </c:pt>
                <c:pt idx="153">
                  <c:v>-0.79325342338353055</c:v>
                </c:pt>
                <c:pt idx="154">
                  <c:v>-0.77178236753392981</c:v>
                </c:pt>
                <c:pt idx="155">
                  <c:v>-0.74881709464956303</c:v>
                </c:pt>
                <c:pt idx="156">
                  <c:v>-0.72438922972749453</c:v>
                </c:pt>
                <c:pt idx="157">
                  <c:v>-0.69853317488069</c:v>
                </c:pt>
                <c:pt idx="158">
                  <c:v>-0.6712860652059105</c:v>
                </c:pt>
                <c:pt idx="159">
                  <c:v>-0.64268771955237558</c:v>
                </c:pt>
                <c:pt idx="160">
                  <c:v>-0.61278058624758158</c:v>
                </c:pt>
                <c:pt idx="161">
                  <c:v>-0.5816096838458461</c:v>
                </c:pt>
                <c:pt idx="162">
                  <c:v>-0.5492225369745426</c:v>
                </c:pt>
                <c:pt idx="163">
                  <c:v>-0.51566910736186544</c:v>
                </c:pt>
                <c:pt idx="164">
                  <c:v>-0.48100172013919851</c:v>
                </c:pt>
                <c:pt idx="165">
                  <c:v>-0.44527498551996725</c:v>
                </c:pt>
                <c:pt idx="166">
                  <c:v>-0.40854571596563971</c:v>
                </c:pt>
                <c:pt idx="167">
                  <c:v>-0.37087283895827533</c:v>
                </c:pt>
                <c:pt idx="168">
                  <c:v>-0.33231730550744765</c:v>
                </c:pt>
                <c:pt idx="169">
                  <c:v>-0.29294199452760877</c:v>
                </c:pt>
                <c:pt idx="170">
                  <c:v>-0.25281161323029</c:v>
                </c:pt>
                <c:pt idx="171">
                  <c:v>-0.2119925936832488</c:v>
                </c:pt>
                <c:pt idx="172">
                  <c:v>-0.17055298569643021</c:v>
                </c:pt>
                <c:pt idx="173">
                  <c:v>-0.12856234620214416</c:v>
                </c:pt>
                <c:pt idx="174">
                  <c:v>-8.6091625303975003E-2</c:v>
                </c:pt>
                <c:pt idx="175">
                  <c:v>-4.3213049175874797E-2</c:v>
                </c:pt>
                <c:pt idx="176">
                  <c:v>2.9506307805177055E-13</c:v>
                </c:pt>
                <c:pt idx="177">
                  <c:v>4.3473106864412664E-2</c:v>
                </c:pt>
                <c:pt idx="178">
                  <c:v>8.7130948274182607E-2</c:v>
                </c:pt>
                <c:pt idx="179">
                  <c:v>0.13089742106141722</c:v>
                </c:pt>
                <c:pt idx="180">
                  <c:v>0.17469577193677258</c:v>
                </c:pt>
                <c:pt idx="181">
                  <c:v>0.21844872932605153</c:v>
                </c:pt>
                <c:pt idx="182">
                  <c:v>0.26207863691656036</c:v>
                </c:pt>
                <c:pt idx="183">
                  <c:v>0.30550758868764899</c:v>
                </c:pt>
                <c:pt idx="184">
                  <c:v>0.34865756519548158</c:v>
                </c:pt>
                <c:pt idx="185">
                  <c:v>0.39145057087856361</c:v>
                </c:pt>
                <c:pt idx="186">
                  <c:v>0.43380877214740782</c:v>
                </c:pt>
                <c:pt idx="187">
                  <c:v>0.47565463601867197</c:v>
                </c:pt>
                <c:pt idx="188">
                  <c:v>0.51691106905200856</c:v>
                </c:pt>
                <c:pt idx="189">
                  <c:v>0.55750155634560916</c:v>
                </c:pt>
                <c:pt idx="190">
                  <c:v>0.59735030034500736</c:v>
                </c:pt>
                <c:pt idx="191">
                  <c:v>0.63638235921853759</c:v>
                </c:pt>
                <c:pt idx="192">
                  <c:v>0.67452378455205042</c:v>
                </c:pt>
                <c:pt idx="193">
                  <c:v>0.7117017581152868</c:v>
                </c:pt>
                <c:pt idx="194">
                  <c:v>0.74784472745244446</c:v>
                </c:pt>
                <c:pt idx="195">
                  <c:v>0.78288254005003954</c:v>
                </c:pt>
                <c:pt idx="196">
                  <c:v>0.81674657583617383</c:v>
                </c:pt>
                <c:pt idx="197">
                  <c:v>0.84936987776689732</c:v>
                </c:pt>
                <c:pt idx="198">
                  <c:v>0.88068728025710663</c:v>
                </c:pt>
                <c:pt idx="199">
                  <c:v>0.91063553521594276</c:v>
                </c:pt>
                <c:pt idx="200">
                  <c:v>0.93915343544928531</c:v>
                </c:pt>
                <c:pt idx="201">
                  <c:v>0.96618193519531648</c:v>
                </c:pt>
                <c:pt idx="202">
                  <c:v>0.99166426756264414</c:v>
                </c:pt>
                <c:pt idx="203">
                  <c:v>1.0155460586447114</c:v>
                </c:pt>
                <c:pt idx="204">
                  <c:v>1.0377754380886013</c:v>
                </c:pt>
                <c:pt idx="205">
                  <c:v>1.0583031459013774</c:v>
                </c:pt>
                <c:pt idx="206">
                  <c:v>1.0770826352824119</c:v>
                </c:pt>
                <c:pt idx="207">
                  <c:v>1.0940701712759062</c:v>
                </c:pt>
                <c:pt idx="208">
                  <c:v>1.1092249250439663</c:v>
                </c:pt>
                <c:pt idx="209">
                  <c:v>1.1225090635671482</c:v>
                </c:pt>
                <c:pt idx="210">
                  <c:v>1.1338878345863106</c:v>
                </c:pt>
                <c:pt idx="211">
                  <c:v>1.1433296466069029</c:v>
                </c:pt>
                <c:pt idx="212">
                  <c:v>1.1508061437944661</c:v>
                </c:pt>
                <c:pt idx="213">
                  <c:v>1.1562922755981531</c:v>
                </c:pt>
                <c:pt idx="214">
                  <c:v>1.1597663609473954</c:v>
                </c:pt>
                <c:pt idx="215">
                  <c:v>1.1612101468755185</c:v>
                </c:pt>
                <c:pt idx="216">
                  <c:v>1.160608861433079</c:v>
                </c:pt>
                <c:pt idx="217">
                  <c:v>1.1579512607629803</c:v>
                </c:pt>
                <c:pt idx="218">
                  <c:v>1.1532296702189717</c:v>
                </c:pt>
                <c:pt idx="219">
                  <c:v>1.1464400194189532</c:v>
                </c:pt>
                <c:pt idx="220">
                  <c:v>1.1375818711346006</c:v>
                </c:pt>
                <c:pt idx="221">
                  <c:v>1.1266584439291185</c:v>
                </c:pt>
                <c:pt idx="222">
                  <c:v>1.1136766284654447</c:v>
                </c:pt>
                <c:pt idx="223">
                  <c:v>1.0986469974180015</c:v>
                </c:pt>
                <c:pt idx="224">
                  <c:v>1.0815838089319314</c:v>
                </c:pt>
                <c:pt idx="225">
                  <c:v>1.0625050035849122</c:v>
                </c:pt>
                <c:pt idx="226">
                  <c:v>1.0414321948177701</c:v>
                </c:pt>
                <c:pt idx="227">
                  <c:v>1.0183906528115705</c:v>
                </c:pt>
                <c:pt idx="228">
                  <c:v>0.99340928180020249</c:v>
                </c:pt>
                <c:pt idx="229">
                  <c:v>0.96652059081912389</c:v>
                </c:pt>
                <c:pt idx="230">
                  <c:v>0.93776065790248642</c:v>
                </c:pt>
                <c:pt idx="231">
                  <c:v>0.90716908775251925</c:v>
                </c:pt>
                <c:pt idx="232">
                  <c:v>0.87478896291676578</c:v>
                </c:pt>
                <c:pt idx="233">
                  <c:v>0.84066678852046806</c:v>
                </c:pt>
                <c:pt idx="234">
                  <c:v>0.80485243061304534</c:v>
                </c:pt>
                <c:pt idx="235">
                  <c:v>0.76739904819927618</c:v>
                </c:pt>
                <c:pt idx="236">
                  <c:v>0.72836301903738931</c:v>
                </c:pt>
                <c:pt idx="237">
                  <c:v>0.68780385929781251</c:v>
                </c:pt>
                <c:pt idx="238">
                  <c:v>0.64578413718771066</c:v>
                </c:pt>
                <c:pt idx="239">
                  <c:v>0.60236938065775136</c:v>
                </c:pt>
                <c:pt idx="240">
                  <c:v>0.55762797931873165</c:v>
                </c:pt>
                <c:pt idx="241">
                  <c:v>0.51163108070671104</c:v>
                </c:pt>
                <c:pt idx="242">
                  <c:v>0.46445248104609232</c:v>
                </c:pt>
                <c:pt idx="243">
                  <c:v>0.41616851067072735</c:v>
                </c:pt>
                <c:pt idx="244">
                  <c:v>0.36685791427355763</c:v>
                </c:pt>
                <c:pt idx="245">
                  <c:v>0.31660172616548576</c:v>
                </c:pt>
                <c:pt idx="246">
                  <c:v>0.26548314073404755</c:v>
                </c:pt>
                <c:pt idx="247">
                  <c:v>0.21358737830206556</c:v>
                </c:pt>
                <c:pt idx="248">
                  <c:v>0.16100154659595339</c:v>
                </c:pt>
                <c:pt idx="249">
                  <c:v>0.10781449804212796</c:v>
                </c:pt>
                <c:pt idx="250">
                  <c:v>5.4116683118955788E-2</c:v>
                </c:pt>
                <c:pt idx="251">
                  <c:v>-2.8185978154254769E-13</c:v>
                </c:pt>
                <c:pt idx="252">
                  <c:v>-5.4442359269652359E-2</c:v>
                </c:pt>
                <c:pt idx="253">
                  <c:v>-0.10911606580700881</c:v>
                </c:pt>
                <c:pt idx="254">
                  <c:v>-0.16392581388605562</c:v>
                </c:pt>
                <c:pt idx="255">
                  <c:v>-0.21877548361900956</c:v>
                </c:pt>
                <c:pt idx="256">
                  <c:v>-0.27356830605817389</c:v>
                </c:pt>
                <c:pt idx="257">
                  <c:v>-0.32820703043912031</c:v>
                </c:pt>
                <c:pt idx="258">
                  <c:v>-0.38259409328246041</c:v>
                </c:pt>
                <c:pt idx="259">
                  <c:v>-0.43663178906636063</c:v>
                </c:pt>
                <c:pt idx="260">
                  <c:v>-0.49022244217741262</c:v>
                </c:pt>
                <c:pt idx="261">
                  <c:v>-0.54326857984340982</c:v>
                </c:pt>
                <c:pt idx="262">
                  <c:v>-0.59567310574807197</c:v>
                </c:pt>
                <c:pt idx="263">
                  <c:v>-0.6473394740247731</c:v>
                </c:pt>
                <c:pt idx="264">
                  <c:v>-0.69817186332384362</c:v>
                </c:pt>
                <c:pt idx="265">
                  <c:v>-0.74807535064600561</c:v>
                </c:pt>
                <c:pt idx="266">
                  <c:v>-0.79695608463307166</c:v>
                </c:pt>
                <c:pt idx="267">
                  <c:v>-0.84472145800616738</c:v>
                </c:pt>
                <c:pt idx="268">
                  <c:v>-0.89128027884138705</c:v>
                </c:pt>
                <c:pt idx="269">
                  <c:v>-0.93654294037293784</c:v>
                </c:pt>
                <c:pt idx="270">
                  <c:v>-0.98042158901458187</c:v>
                </c:pt>
                <c:pt idx="271">
                  <c:v>-1.0228302902914976</c:v>
                </c:pt>
                <c:pt idx="272">
                  <c:v>-1.063685192376528</c:v>
                </c:pt>
                <c:pt idx="273">
                  <c:v>-1.1029046869271435</c:v>
                </c:pt>
                <c:pt idx="274">
                  <c:v>-1.1404095669224024</c:v>
                </c:pt>
                <c:pt idx="275">
                  <c:v>-1.1761231812027138</c:v>
                </c:pt>
                <c:pt idx="276">
                  <c:v>-1.2099715854192574</c:v>
                </c:pt>
                <c:pt idx="277">
                  <c:v>-1.2418836891044165</c:v>
                </c:pt>
                <c:pt idx="278">
                  <c:v>-1.2717913985798428</c:v>
                </c:pt>
                <c:pt idx="279">
                  <c:v>-1.2996297554242757</c:v>
                </c:pt>
                <c:pt idx="280">
                  <c:v>-1.3253370702295679</c:v>
                </c:pt>
                <c:pt idx="281">
                  <c:v>-1.3488550513799251</c:v>
                </c:pt>
                <c:pt idx="282">
                  <c:v>-1.3701289285967098</c:v>
                </c:pt>
                <c:pt idx="283">
                  <c:v>-1.3891075709987484</c:v>
                </c:pt>
                <c:pt idx="284">
                  <c:v>-1.4057435994363721</c:v>
                </c:pt>
                <c:pt idx="285">
                  <c:v>-1.4199934928660189</c:v>
                </c:pt>
                <c:pt idx="286">
                  <c:v>-1.431817688541424</c:v>
                </c:pt>
                <c:pt idx="287">
                  <c:v>-1.4411806758069581</c:v>
                </c:pt>
                <c:pt idx="288">
                  <c:v>-1.4480510832887421</c:v>
                </c:pt>
                <c:pt idx="289">
                  <c:v>-1.4524017592895915</c:v>
                </c:pt>
                <c:pt idx="290">
                  <c:v>-1.4542098452047023</c:v>
                </c:pt>
                <c:pt idx="291">
                  <c:v>-1.4534568417862239</c:v>
                </c:pt>
                <c:pt idx="292">
                  <c:v>-1.4501286680964971</c:v>
                </c:pt>
                <c:pt idx="293">
                  <c:v>-1.4442157130016824</c:v>
                </c:pt>
                <c:pt idx="294">
                  <c:v>-1.435712879069813</c:v>
                </c:pt>
                <c:pt idx="295">
                  <c:v>-1.4246196187499265</c:v>
                </c:pt>
                <c:pt idx="296">
                  <c:v>-1.4109399627218357</c:v>
                </c:pt>
                <c:pt idx="297">
                  <c:v>-1.394682540319272</c:v>
                </c:pt>
                <c:pt idx="298">
                  <c:v>-1.3758605919425804</c:v>
                </c:pt>
                <c:pt idx="299">
                  <c:v>-1.3544919733908154</c:v>
                </c:pt>
                <c:pt idx="300">
                  <c:v>-1.330599152056942</c:v>
                </c:pt>
                <c:pt idx="301">
                  <c:v>-1.3042091949438894</c:v>
                </c:pt>
                <c:pt idx="302">
                  <c:v>-1.2753537484734379</c:v>
                </c:pt>
                <c:pt idx="303">
                  <c:v>-1.2440690100742879</c:v>
                </c:pt>
                <c:pt idx="304">
                  <c:v>-1.2103956915500236</c:v>
                </c:pt>
                <c:pt idx="305">
                  <c:v>-1.1743789742423718</c:v>
                </c:pt>
                <c:pt idx="306">
                  <c:v>-1.1360684560195908</c:v>
                </c:pt>
                <c:pt idx="307">
                  <c:v>-1.0955180901346522</c:v>
                </c:pt>
                <c:pt idx="308">
                  <c:v>-1.0527861160123109</c:v>
                </c:pt>
                <c:pt idx="309">
                  <c:v>-1.0079349820390273</c:v>
                </c:pt>
                <c:pt idx="310">
                  <c:v>-0.9610312604440423</c:v>
                </c:pt>
                <c:pt idx="311">
                  <c:v>-0.91214555437468636</c:v>
                </c:pt>
                <c:pt idx="312">
                  <c:v>-0.8613523972831626</c:v>
                </c:pt>
                <c:pt idx="313">
                  <c:v>-0.80873014475661975</c:v>
                </c:pt>
                <c:pt idx="314">
                  <c:v>-0.75436085893621529</c:v>
                </c:pt>
                <c:pt idx="315">
                  <c:v>-0.69833018568510175</c:v>
                </c:pt>
                <c:pt idx="316">
                  <c:v>-0.64072722467889665</c:v>
                </c:pt>
                <c:pt idx="317">
                  <c:v>-0.58164439260578937</c:v>
                </c:pt>
                <c:pt idx="318">
                  <c:v>-0.52117727967678673</c:v>
                </c:pt>
                <c:pt idx="319">
                  <c:v>-0.45942449965963916</c:v>
                </c:pt>
                <c:pt idx="320">
                  <c:v>-0.39648753366269385</c:v>
                </c:pt>
                <c:pt idx="321">
                  <c:v>-0.33247056790730534</c:v>
                </c:pt>
                <c:pt idx="322">
                  <c:v>-0.26748032573964492</c:v>
                </c:pt>
                <c:pt idx="323">
                  <c:v>-0.20162589414423662</c:v>
                </c:pt>
                <c:pt idx="324">
                  <c:v>-0.13501854503308539</c:v>
                </c:pt>
                <c:pt idx="325">
                  <c:v>-6.7771551594931284E-2</c:v>
                </c:pt>
                <c:pt idx="326">
                  <c:v>2.4609128677049127E-13</c:v>
                </c:pt>
                <c:pt idx="327">
                  <c:v>6.817940323635982E-2</c:v>
                </c:pt>
                <c:pt idx="328">
                  <c:v>0.13664852791149568</c:v>
                </c:pt>
                <c:pt idx="329">
                  <c:v>0.20528802049963921</c:v>
                </c:pt>
                <c:pt idx="330">
                  <c:v>0.27397750788183889</c:v>
                </c:pt>
                <c:pt idx="331">
                  <c:v>0.34259580410667473</c:v>
                </c:pt>
                <c:pt idx="332">
                  <c:v>0.41102111983268058</c:v>
                </c:pt>
                <c:pt idx="333">
                  <c:v>0.47913127409834749</c:v>
                </c:pt>
                <c:pt idx="334">
                  <c:v>0.54680390805919199</c:v>
                </c:pt>
                <c:pt idx="335">
                  <c:v>0.61391670032572443</c:v>
                </c:pt>
                <c:pt idx="336">
                  <c:v>0.68034758353109481</c:v>
                </c:pt>
                <c:pt idx="337">
                  <c:v>0.74597496175276667</c:v>
                </c:pt>
                <c:pt idx="338">
                  <c:v>0.8106779284088157</c:v>
                </c:pt>
                <c:pt idx="339">
                  <c:v>0.87433648424635435</c:v>
                </c:pt>
                <c:pt idx="340">
                  <c:v>0.93683175503709271</c:v>
                </c:pt>
                <c:pt idx="341">
                  <c:v>0.99804620859322657</c:v>
                </c:pt>
                <c:pt idx="342">
                  <c:v>1.0578638707157426</c:v>
                </c:pt>
                <c:pt idx="343">
                  <c:v>1.1161705396867976</c:v>
                </c:pt>
                <c:pt idx="344">
                  <c:v>1.1728539989180671</c:v>
                </c:pt>
                <c:pt idx="345">
                  <c:v>1.2278042273678</c:v>
                </c:pt>
                <c:pt idx="346">
                  <c:v>1.2809136073410796</c:v>
                </c:pt>
                <c:pt idx="347">
                  <c:v>1.3320771292899607</c:v>
                </c:pt>
                <c:pt idx="348">
                  <c:v>1.3811925932332643</c:v>
                </c:pt>
                <c:pt idx="349">
                  <c:v>1.4281608064193785</c:v>
                </c:pt>
                <c:pt idx="350">
                  <c:v>1.4728857768599306</c:v>
                </c:pt>
                <c:pt idx="351">
                  <c:v>1.5152749023671566</c:v>
                </c:pt>
                <c:pt idx="352">
                  <c:v>1.5552391547335567</c:v>
                </c:pt>
                <c:pt idx="353">
                  <c:v>1.592693258698902</c:v>
                </c:pt>
                <c:pt idx="354">
                  <c:v>1.6275558653566446</c:v>
                </c:pt>
                <c:pt idx="355">
                  <c:v>1.659749719659612</c:v>
                </c:pt>
                <c:pt idx="356">
                  <c:v>1.6892018216931814</c:v>
                </c:pt>
                <c:pt idx="357">
                  <c:v>1.7158435813932411</c:v>
                </c:pt>
                <c:pt idx="358">
                  <c:v>1.7396109663958004</c:v>
                </c:pt>
                <c:pt idx="359">
                  <c:v>1.760444642715455</c:v>
                </c:pt>
                <c:pt idx="360">
                  <c:v>1.7782901079607205</c:v>
                </c:pt>
                <c:pt idx="361">
                  <c:v>1.7930978168057328</c:v>
                </c:pt>
                <c:pt idx="362">
                  <c:v>1.8048232984497805</c:v>
                </c:pt>
                <c:pt idx="363">
                  <c:v>1.8134272658087174</c:v>
                </c:pt>
                <c:pt idx="364">
                  <c:v>1.8188757161953775</c:v>
                </c:pt>
                <c:pt idx="365">
                  <c:v>1.8211400232597026</c:v>
                </c:pt>
                <c:pt idx="366">
                  <c:v>1.8201970199733768</c:v>
                </c:pt>
                <c:pt idx="367">
                  <c:v>1.816029072458305</c:v>
                </c:pt>
                <c:pt idx="368">
                  <c:v>1.8086241444732509</c:v>
                </c:pt>
                <c:pt idx="369">
                  <c:v>1.7979758523883684</c:v>
                </c:pt>
                <c:pt idx="370">
                  <c:v>1.7840835104931505</c:v>
                </c:pt>
                <c:pt idx="371">
                  <c:v>1.7669521664994867</c:v>
                </c:pt>
                <c:pt idx="372">
                  <c:v>1.7465926271180348</c:v>
                </c:pt>
                <c:pt idx="373">
                  <c:v>1.7230214736029168</c:v>
                </c:pt>
                <c:pt idx="374">
                  <c:v>1.6962610671769092</c:v>
                </c:pt>
                <c:pt idx="375">
                  <c:v>1.6663395442665907</c:v>
                </c:pt>
                <c:pt idx="376">
                  <c:v>1.6332908014945908</c:v>
                </c:pt>
                <c:pt idx="377">
                  <c:v>1.5971544703937921</c:v>
                </c:pt>
                <c:pt idx="378">
                  <c:v>1.5579758818264202</c:v>
                </c:pt>
                <c:pt idx="379">
                  <c:v>1.5158060201089285</c:v>
                </c:pt>
                <c:pt idx="380">
                  <c:v>1.4707014668618954</c:v>
                </c:pt>
                <c:pt idx="381">
                  <c:v>1.4227243346224314</c:v>
                </c:pt>
                <c:pt idx="382">
                  <c:v>1.371942190274833</c:v>
                </c:pt>
                <c:pt idx="383">
                  <c:v>1.3184279683737115</c:v>
                </c:pt>
                <c:pt idx="384">
                  <c:v>1.2622598744520031</c:v>
                </c:pt>
                <c:pt idx="385">
                  <c:v>1.2035212784246707</c:v>
                </c:pt>
                <c:pt idx="386">
                  <c:v>1.1423005982169419</c:v>
                </c:pt>
                <c:pt idx="387">
                  <c:v>1.0786911737641314</c:v>
                </c:pt>
                <c:pt idx="388">
                  <c:v>1.012791131547955</c:v>
                </c:pt>
                <c:pt idx="389">
                  <c:v>0.94470323985193461</c:v>
                </c:pt>
                <c:pt idx="390">
                  <c:v>0.87453475493605048</c:v>
                </c:pt>
                <c:pt idx="391">
                  <c:v>0.80239725834807207</c:v>
                </c:pt>
                <c:pt idx="392">
                  <c:v>0.72840648560596699</c:v>
                </c:pt>
                <c:pt idx="393">
                  <c:v>0.6526821465024375</c:v>
                </c:pt>
                <c:pt idx="394">
                  <c:v>0.57534773729897382</c:v>
                </c:pt>
                <c:pt idx="395">
                  <c:v>0.49653034509280625</c:v>
                </c:pt>
                <c:pt idx="396">
                  <c:v>0.4163604446556588</c:v>
                </c:pt>
                <c:pt idx="397">
                  <c:v>0.33497168805828909</c:v>
                </c:pt>
                <c:pt idx="398">
                  <c:v>0.25250068740945769</c:v>
                </c:pt>
                <c:pt idx="399">
                  <c:v>0.16908679105224236</c:v>
                </c:pt>
                <c:pt idx="400">
                  <c:v>8.4871853574030751E-2</c:v>
                </c:pt>
                <c:pt idx="401">
                  <c:v>-1.7071622338750767E-13</c:v>
                </c:pt>
                <c:pt idx="402">
                  <c:v>-8.5382615449160343E-2</c:v>
                </c:pt>
                <c:pt idx="403">
                  <c:v>-0.17112805563760541</c:v>
                </c:pt>
                <c:pt idx="404">
                  <c:v>-0.25708685143362775</c:v>
                </c:pt>
                <c:pt idx="405">
                  <c:v>-0.34310825684592361</c:v>
                </c:pt>
                <c:pt idx="406">
                  <c:v>-0.42904050795466814</c:v>
                </c:pt>
                <c:pt idx="407">
                  <c:v>-0.51473108520094979</c:v>
                </c:pt>
                <c:pt idx="408">
                  <c:v>-0.60002697859117404</c:v>
                </c:pt>
                <c:pt idx="409">
                  <c:v>-0.68477495536487754</c:v>
                </c:pt>
                <c:pt idx="410">
                  <c:v>-0.76882182966732271</c:v>
                </c:pt>
                <c:pt idx="411">
                  <c:v>-0.85201473376210157</c:v>
                </c:pt>
                <c:pt idx="412">
                  <c:v>-0.93420139031321525</c:v>
                </c:pt>
                <c:pt idx="413">
                  <c:v>-1.015230385261592</c:v>
                </c:pt>
                <c:pt idx="414">
                  <c:v>-1.0949514408169121</c:v>
                </c:pt>
                <c:pt idx="415">
                  <c:v>-1.1732156880827178</c:v>
                </c:pt>
                <c:pt idx="416">
                  <c:v>-1.2498759388303391</c:v>
                </c:pt>
                <c:pt idx="417">
                  <c:v>-1.3247869559358587</c:v>
                </c:pt>
                <c:pt idx="418">
                  <c:v>-1.397805721993796</c:v>
                </c:pt>
                <c:pt idx="419">
                  <c:v>-1.4687917056214512</c:v>
                </c:pt>
                <c:pt idx="420">
                  <c:v>-1.5376071249689873</c:v>
                </c:pt>
                <c:pt idx="421">
                  <c:v>-1.6041172079523947</c:v>
                </c:pt>
                <c:pt idx="422">
                  <c:v>-1.6681904487293659</c:v>
                </c:pt>
                <c:pt idx="423">
                  <c:v>-1.7296988599418692</c:v>
                </c:pt>
                <c:pt idx="424">
                  <c:v>-1.788518220253787</c:v>
                </c:pt>
                <c:pt idx="425">
                  <c:v>-1.8445283167175084</c:v>
                </c:pt>
                <c:pt idx="426">
                  <c:v>-1.8976131815097164</c:v>
                </c:pt>
                <c:pt idx="427">
                  <c:v>-1.9476613225837887</c:v>
                </c:pt>
                <c:pt idx="428">
                  <c:v>-1.9945659477942073</c:v>
                </c:pt>
                <c:pt idx="429">
                  <c:v>-2.0382251820573685</c:v>
                </c:pt>
                <c:pt idx="430">
                  <c:v>-2.078542277122748</c:v>
                </c:pt>
                <c:pt idx="431">
                  <c:v>-2.1154258135389936</c:v>
                </c:pt>
                <c:pt idx="432">
                  <c:v>-2.1487898944107093</c:v>
                </c:pt>
                <c:pt idx="433">
                  <c:v>-2.1785543305538977</c:v>
                </c:pt>
                <c:pt idx="434">
                  <c:v>-2.2046448166707959</c:v>
                </c:pt>
                <c:pt idx="435">
                  <c:v>-2.2269930981784603</c:v>
                </c:pt>
                <c:pt idx="436">
                  <c:v>-2.2455371283398304</c:v>
                </c:pt>
                <c:pt idx="437">
                  <c:v>-2.2602212153609686</c:v>
                </c:pt>
                <c:pt idx="438">
                  <c:v>-2.2709961591339454</c:v>
                </c:pt>
                <c:pt idx="439">
                  <c:v>-2.2778193773212099</c:v>
                </c:pt>
                <c:pt idx="440">
                  <c:v>-2.2806550204943039</c:v>
                </c:pt>
                <c:pt idx="441">
                  <c:v>-2.2794740760574017</c:v>
                </c:pt>
                <c:pt idx="442">
                  <c:v>-2.2742544607043884</c:v>
                </c:pt>
                <c:pt idx="443">
                  <c:v>-2.2649811011769461</c:v>
                </c:pt>
                <c:pt idx="444">
                  <c:v>-2.2516460031104089</c:v>
                </c:pt>
                <c:pt idx="445">
                  <c:v>-2.2342483077739304</c:v>
                </c:pt>
                <c:pt idx="446">
                  <c:v>-2.2127943365317746</c:v>
                </c:pt>
                <c:pt idx="447">
                  <c:v>-2.1872976228731855</c:v>
                </c:pt>
                <c:pt idx="448">
                  <c:v>-2.1577789318793625</c:v>
                </c:pt>
                <c:pt idx="449">
                  <c:v>-2.1242662670175547</c:v>
                </c:pt>
                <c:pt idx="450">
                  <c:v>-2.086794864173914</c:v>
                </c:pt>
                <c:pt idx="451">
                  <c:v>-2.0454071728589627</c:v>
                </c:pt>
                <c:pt idx="452">
                  <c:v>-2.0001528245416087</c:v>
                </c:pt>
                <c:pt idx="453">
                  <c:v>-1.9510885880903599</c:v>
                </c:pt>
                <c:pt idx="454">
                  <c:v>-1.8982783123228786</c:v>
                </c:pt>
                <c:pt idx="455">
                  <c:v>-1.8417928556879426</c:v>
                </c:pt>
                <c:pt idx="456">
                  <c:v>-1.7817100031267261</c:v>
                </c:pt>
                <c:pt idx="457">
                  <c:v>-1.7181143701833002</c:v>
                </c:pt>
                <c:pt idx="458">
                  <c:v>-1.6510972944571958</c:v>
                </c:pt>
                <c:pt idx="459">
                  <c:v>-1.5807567145138504</c:v>
                </c:pt>
                <c:pt idx="460">
                  <c:v>-1.5071970363916101</c:v>
                </c:pt>
                <c:pt idx="461">
                  <c:v>-1.4305289878667546</c:v>
                </c:pt>
                <c:pt idx="462">
                  <c:v>-1.3508694606606149</c:v>
                </c:pt>
                <c:pt idx="463">
                  <c:v>-1.2683413407953021</c:v>
                </c:pt>
                <c:pt idx="464">
                  <c:v>-1.1830733273267688</c:v>
                </c:pt>
                <c:pt idx="465">
                  <c:v>-1.0951997397058413</c:v>
                </c:pt>
                <c:pt idx="466">
                  <c:v>-1.0048603140395063</c:v>
                </c:pt>
                <c:pt idx="467">
                  <c:v>-0.91219998854598616</c:v>
                </c:pt>
                <c:pt idx="468">
                  <c:v>-0.81736867851802375</c:v>
                </c:pt>
                <c:pt idx="469">
                  <c:v>-0.72052104112924775</c:v>
                </c:pt>
                <c:pt idx="470">
                  <c:v>-0.62181623043846779</c:v>
                </c:pt>
                <c:pt idx="471">
                  <c:v>-0.5214176429661902</c:v>
                </c:pt>
                <c:pt idx="472">
                  <c:v>-0.41949265423669624</c:v>
                </c:pt>
                <c:pt idx="473">
                  <c:v>-0.31621234669708825</c:v>
                </c:pt>
                <c:pt idx="474">
                  <c:v>-0.21175122944287991</c:v>
                </c:pt>
                <c:pt idx="475">
                  <c:v>-0.10628695019623936</c:v>
                </c:pt>
                <c:pt idx="476">
                  <c:v>4.1635645356205934E-14</c:v>
                </c:pt>
                <c:pt idx="477">
                  <c:v>0.10692658889468942</c:v>
                </c:pt>
                <c:pt idx="478">
                  <c:v>0.2143075514525449</c:v>
                </c:pt>
                <c:pt idx="479">
                  <c:v>0.32195570408439661</c:v>
                </c:pt>
                <c:pt idx="480">
                  <c:v>0.42968226416096894</c:v>
                </c:pt>
                <c:pt idx="481">
                  <c:v>0.53729717427795376</c:v>
                </c:pt>
                <c:pt idx="482">
                  <c:v>0.64460943072706678</c:v>
                </c:pt>
                <c:pt idx="483">
                  <c:v>0.75142741561752902</c:v>
                </c:pt>
                <c:pt idx="484">
                  <c:v>0.85755923208253548</c:v>
                </c:pt>
                <c:pt idx="485">
                  <c:v>0.96281304199641138</c:v>
                </c:pt>
                <c:pt idx="486">
                  <c:v>1.066997405620276</c:v>
                </c:pt>
                <c:pt idx="487">
                  <c:v>1.169921622587101</c:v>
                </c:pt>
                <c:pt idx="488">
                  <c:v>1.2713960736311474</c:v>
                </c:pt>
                <c:pt idx="489">
                  <c:v>1.3712325624618709</c:v>
                </c:pt>
                <c:pt idx="490">
                  <c:v>1.4692446571785038</c:v>
                </c:pt>
                <c:pt idx="491">
                  <c:v>1.5652480306187171</c:v>
                </c:pt>
                <c:pt idx="492">
                  <c:v>1.6590607990329966</c:v>
                </c:pt>
                <c:pt idx="493">
                  <c:v>1.7505038584756549</c:v>
                </c:pt>
                <c:pt idx="494">
                  <c:v>1.8394012183037989</c:v>
                </c:pt>
                <c:pt idx="495">
                  <c:v>1.9255803311769923</c:v>
                </c:pt>
                <c:pt idx="496">
                  <c:v>2.0088724189529201</c:v>
                </c:pt>
                <c:pt idx="497">
                  <c:v>2.0891127938779577</c:v>
                </c:pt>
                <c:pt idx="498">
                  <c:v>2.1661411744762544</c:v>
                </c:pt>
                <c:pt idx="499">
                  <c:v>2.2398019955467454</c:v>
                </c:pt>
                <c:pt idx="500">
                  <c:v>2.3099447116843672</c:v>
                </c:pt>
                <c:pt idx="501">
                  <c:v>2.3764240937496286</c:v>
                </c:pt>
                <c:pt idx="502">
                  <c:v>2.439100517719873</c:v>
                </c:pt>
                <c:pt idx="503">
                  <c:v>2.497840245365353</c:v>
                </c:pt>
                <c:pt idx="504">
                  <c:v>2.5525156962046567</c:v>
                </c:pt>
                <c:pt idx="505">
                  <c:v>2.6030057102059092</c:v>
                </c:pt>
                <c:pt idx="506">
                  <c:v>2.6491958007134713</c:v>
                </c:pt>
                <c:pt idx="507">
                  <c:v>2.6909783970939904</c:v>
                </c:pt>
                <c:pt idx="508">
                  <c:v>2.7282530766107551</c:v>
                </c:pt>
                <c:pt idx="509">
                  <c:v>2.7609267850514421</c:v>
                </c:pt>
                <c:pt idx="510">
                  <c:v>2.7889140456513486</c:v>
                </c:pt>
                <c:pt idx="511">
                  <c:v>2.8121371558721866</c:v>
                </c:pt>
                <c:pt idx="512">
                  <c:v>2.8305263716153033</c:v>
                </c:pt>
                <c:pt idx="513">
                  <c:v>2.8440200784678984</c:v>
                </c:pt>
                <c:pt idx="514">
                  <c:v>2.8525649496013505</c:v>
                </c:pt>
                <c:pt idx="515">
                  <c:v>2.8561160899620375</c:v>
                </c:pt>
                <c:pt idx="516">
                  <c:v>2.8546371664171506</c:v>
                </c:pt>
                <c:pt idx="517">
                  <c:v>2.8481005235407948</c:v>
                </c:pt>
                <c:pt idx="518">
                  <c:v>2.8364872847491713</c:v>
                </c:pt>
                <c:pt idx="519">
                  <c:v>2.819787438517805</c:v>
                </c:pt>
                <c:pt idx="520">
                  <c:v>2.7979999094385533</c:v>
                </c:pt>
                <c:pt idx="521">
                  <c:v>2.7711326138994821</c:v>
                </c:pt>
                <c:pt idx="522">
                  <c:v>2.7392025001965954</c:v>
                </c:pt>
                <c:pt idx="523">
                  <c:v>2.7022355729127887</c:v>
                </c:pt>
                <c:pt idx="524">
                  <c:v>2.6602669014262239</c:v>
                </c:pt>
                <c:pt idx="525">
                  <c:v>2.6133406124375647</c:v>
                </c:pt>
                <c:pt idx="526">
                  <c:v>2.5615098664331164</c:v>
                </c:pt>
                <c:pt idx="527">
                  <c:v>2.5048368180288367</c:v>
                </c:pt>
                <c:pt idx="528">
                  <c:v>2.4433925601683328</c:v>
                </c:pt>
                <c:pt idx="529">
                  <c:v>2.3772570521763638</c:v>
                </c:pt>
                <c:pt idx="530">
                  <c:v>2.3065190316979658</c:v>
                </c:pt>
                <c:pt idx="531">
                  <c:v>2.2312759105819508</c:v>
                </c:pt>
                <c:pt idx="532">
                  <c:v>2.1516336547962993</c:v>
                </c:pt>
                <c:pt idx="533">
                  <c:v>2.0677066484917526</c:v>
                </c:pt>
                <c:pt idx="534">
                  <c:v>1.9796175423585929</c:v>
                </c:pt>
                <c:pt idx="535">
                  <c:v>1.8874970864503515</c:v>
                </c:pt>
                <c:pt idx="536">
                  <c:v>1.791483947676574</c:v>
                </c:pt>
                <c:pt idx="537">
                  <c:v>1.6917245121952242</c:v>
                </c:pt>
                <c:pt idx="538">
                  <c:v>1.588372672963289</c:v>
                </c:pt>
                <c:pt idx="539">
                  <c:v>1.4815896027320912</c:v>
                </c:pt>
                <c:pt idx="540">
                  <c:v>1.3715435128011253</c:v>
                </c:pt>
                <c:pt idx="541">
                  <c:v>1.2584093978714497</c:v>
                </c:pt>
                <c:pt idx="542">
                  <c:v>1.142368767366182</c:v>
                </c:pt>
                <c:pt idx="543">
                  <c:v>1.0236093636119306</c:v>
                </c:pt>
                <c:pt idx="544">
                  <c:v>0.90232486730045569</c:v>
                </c:pt>
                <c:pt idx="545">
                  <c:v>0.77871459067496496</c:v>
                </c:pt>
                <c:pt idx="546">
                  <c:v>0.65298315890986025</c:v>
                </c:pt>
                <c:pt idx="547">
                  <c:v>0.5253401801763079</c:v>
                </c:pt>
                <c:pt idx="548">
                  <c:v>0.39599990490918147</c:v>
                </c:pt>
                <c:pt idx="549">
                  <c:v>0.26518087481294411</c:v>
                </c:pt>
                <c:pt idx="550">
                  <c:v>0.1331055621655774</c:v>
                </c:pt>
                <c:pt idx="551">
                  <c:v>1.3376999956827804E-14</c:v>
                </c:pt>
                <c:pt idx="552">
                  <c:v>-0.13390659623765677</c:v>
                </c:pt>
                <c:pt idx="553">
                  <c:v>-0.26838221493541836</c:v>
                </c:pt>
                <c:pt idx="554">
                  <c:v>-0.40319244183237801</c:v>
                </c:pt>
                <c:pt idx="555">
                  <c:v>-0.53810086015348013</c:v>
                </c:pt>
                <c:pt idx="556">
                  <c:v>-0.67286945669392595</c:v>
                </c:pt>
                <c:pt idx="557">
                  <c:v>-0.80725903317095982</c:v>
                </c:pt>
                <c:pt idx="558">
                  <c:v>-0.94102962214713126</c:v>
                </c:pt>
                <c:pt idx="559">
                  <c:v>-1.0739409068169679</c:v>
                </c:pt>
                <c:pt idx="560">
                  <c:v>-1.2057526439378554</c:v>
                </c:pt>
                <c:pt idx="561">
                  <c:v>-1.3362250891760179</c:v>
                </c:pt>
                <c:pt idx="562">
                  <c:v>-1.4651194241298382</c:v>
                </c:pt>
                <c:pt idx="563">
                  <c:v>-1.5921981842854003</c:v>
                </c:pt>
                <c:pt idx="564">
                  <c:v>-1.7172256871529514</c:v>
                </c:pt>
                <c:pt idx="565">
                  <c:v>-1.8399684598281425</c:v>
                </c:pt>
                <c:pt idx="566">
                  <c:v>-1.9601956652183778</c:v>
                </c:pt>
                <c:pt idx="567">
                  <c:v>-2.077679526172429</c:v>
                </c:pt>
                <c:pt idx="568">
                  <c:v>-2.1921957467505546</c:v>
                </c:pt>
                <c:pt idx="569">
                  <c:v>-2.3035239298728238</c:v>
                </c:pt>
                <c:pt idx="570">
                  <c:v>-2.4114479905851889</c:v>
                </c:pt>
                <c:pt idx="571">
                  <c:v>-2.5157565641860358</c:v>
                </c:pt>
                <c:pt idx="572">
                  <c:v>-2.6162434084604125</c:v>
                </c:pt>
                <c:pt idx="573">
                  <c:v>-2.7127077992751336</c:v>
                </c:pt>
                <c:pt idx="574">
                  <c:v>-2.8049549187950595</c:v>
                </c:pt>
                <c:pt idx="575">
                  <c:v>-2.8927962355895995</c:v>
                </c:pt>
                <c:pt idx="576">
                  <c:v>-2.9760498759083296</c:v>
                </c:pt>
                <c:pt idx="577">
                  <c:v>-3.0545409854159375</c:v>
                </c:pt>
                <c:pt idx="578">
                  <c:v>-3.1281020806892958</c:v>
                </c:pt>
                <c:pt idx="579">
                  <c:v>-3.1965733897933886</c:v>
                </c:pt>
                <c:pt idx="580">
                  <c:v>-3.2598031812680008</c:v>
                </c:pt>
                <c:pt idx="581">
                  <c:v>-3.3176480808735778</c:v>
                </c:pt>
                <c:pt idx="582">
                  <c:v>-3.3699733754623775</c:v>
                </c:pt>
                <c:pt idx="583">
                  <c:v>-3.4166533033599955</c:v>
                </c:pt>
                <c:pt idx="584">
                  <c:v>-3.4575713306624958</c:v>
                </c:pt>
                <c:pt idx="585">
                  <c:v>-3.4926204128757399</c:v>
                </c:pt>
                <c:pt idx="586">
                  <c:v>-3.5217032413459228</c:v>
                </c:pt>
                <c:pt idx="587">
                  <c:v>-3.5447324739539794</c:v>
                </c:pt>
                <c:pt idx="588">
                  <c:v>-3.5616309495711183</c:v>
                </c:pt>
                <c:pt idx="589">
                  <c:v>-3.5723318857984725</c:v>
                </c:pt>
                <c:pt idx="590">
                  <c:v>-3.5767790595405464</c:v>
                </c:pt>
                <c:pt idx="591">
                  <c:v>-3.5749269699897726</c:v>
                </c:pt>
                <c:pt idx="592">
                  <c:v>-3.5667409836280775</c:v>
                </c:pt>
                <c:pt idx="593">
                  <c:v>-3.5521974608807665</c:v>
                </c:pt>
                <c:pt idx="594">
                  <c:v>-3.5312838640883153</c:v>
                </c:pt>
                <c:pt idx="595">
                  <c:v>-3.503998846492677</c:v>
                </c:pt>
                <c:pt idx="596">
                  <c:v>-3.4703523219664563</c:v>
                </c:pt>
                <c:pt idx="597">
                  <c:v>-3.4303655152457435</c:v>
                </c:pt>
                <c:pt idx="598">
                  <c:v>-3.3840709924604191</c:v>
                </c:pt>
                <c:pt idx="599">
                  <c:v>-3.3315126717894019</c:v>
                </c:pt>
                <c:pt idx="600">
                  <c:v>-3.2727458141023158</c:v>
                </c:pt>
                <c:pt idx="601">
                  <c:v>-3.2078369934837756</c:v>
                </c:pt>
                <c:pt idx="602">
                  <c:v>-3.136864047571255</c:v>
                </c:pt>
                <c:pt idx="603">
                  <c:v>-3.0599160076729963</c:v>
                </c:pt>
                <c:pt idx="604">
                  <c:v>-2.9770930086677616</c:v>
                </c:pt>
                <c:pt idx="605">
                  <c:v>-2.8885061787242199</c:v>
                </c:pt>
                <c:pt idx="606">
                  <c:v>-2.7942775089134573</c:v>
                </c:pt>
                <c:pt idx="607">
                  <c:v>-2.6945397028243248</c:v>
                </c:pt>
                <c:pt idx="608">
                  <c:v>-2.5894360063271602</c:v>
                </c:pt>
                <c:pt idx="609">
                  <c:v>-2.4791200176675674</c:v>
                </c:pt>
                <c:pt idx="610">
                  <c:v>-2.3637554781077275</c:v>
                </c:pt>
                <c:pt idx="611">
                  <c:v>-2.2435160433684449</c:v>
                </c:pt>
                <c:pt idx="612">
                  <c:v>-2.1185850361606722</c:v>
                </c:pt>
                <c:pt idx="613">
                  <c:v>-1.9891551801303085</c:v>
                </c:pt>
                <c:pt idx="614">
                  <c:v>-1.8554283155750695</c:v>
                </c:pt>
                <c:pt idx="615">
                  <c:v>-1.717615097326429</c:v>
                </c:pt>
                <c:pt idx="616">
                  <c:v>-1.5759346752237338</c:v>
                </c:pt>
                <c:pt idx="617">
                  <c:v>-1.4306143576407584</c:v>
                </c:pt>
                <c:pt idx="618">
                  <c:v>-1.2818892585579096</c:v>
                </c:pt>
                <c:pt idx="619">
                  <c:v>-1.1300019287051557</c:v>
                </c:pt>
                <c:pt idx="620">
                  <c:v>-0.97520197133229869</c:v>
                </c:pt>
                <c:pt idx="621">
                  <c:v>-0.81774564319352872</c:v>
                </c:pt>
                <c:pt idx="622">
                  <c:v>-0.65789544136310751</c:v>
                </c:pt>
                <c:pt idx="623">
                  <c:v>-0.49591967652757463</c:v>
                </c:pt>
                <c:pt idx="624">
                  <c:v>-0.33209203342787097</c:v>
                </c:pt>
                <c:pt idx="625">
                  <c:v>-0.16669111915143262</c:v>
                </c:pt>
                <c:pt idx="626">
                  <c:v>-6.603098277009967E-15</c:v>
                </c:pt>
                <c:pt idx="627">
                  <c:v>0.16769427231636155</c:v>
                </c:pt>
                <c:pt idx="628">
                  <c:v>0.33610114438552208</c:v>
                </c:pt>
                <c:pt idx="629">
                  <c:v>0.50492705390356241</c:v>
                </c:pt>
                <c:pt idx="630">
                  <c:v>0.673875930772595</c:v>
                </c:pt>
                <c:pt idx="631">
                  <c:v>0.84264970564949337</c:v>
                </c:pt>
                <c:pt idx="632">
                  <c:v>1.0109488250910885</c:v>
                </c:pt>
                <c:pt idx="633">
                  <c:v>1.1784727724243076</c:v>
                </c:pt>
                <c:pt idx="634">
                  <c:v>1.3449205934545887</c:v>
                </c:pt>
                <c:pt idx="635">
                  <c:v>1.5099914261117888</c:v>
                </c:pt>
                <c:pt idx="636">
                  <c:v>1.6733850331206386</c:v>
                </c:pt>
                <c:pt idx="637">
                  <c:v>1.8348023367717472</c:v>
                </c:pt>
                <c:pt idx="638">
                  <c:v>1.9939459548600549</c:v>
                </c:pt>
                <c:pt idx="639">
                  <c:v>2.1505207368498356</c:v>
                </c:pt>
                <c:pt idx="640">
                  <c:v>2.3042342993193512</c:v>
                </c:pt>
                <c:pt idx="641">
                  <c:v>2.4547975597338052</c:v>
                </c:pt>
                <c:pt idx="642">
                  <c:v>2.60192526759249</c:v>
                </c:pt>
                <c:pt idx="643">
                  <c:v>2.7453365319949166</c:v>
                </c:pt>
                <c:pt idx="644">
                  <c:v>2.8847553446713023</c:v>
                </c:pt>
                <c:pt idx="645">
                  <c:v>3.0199110975250671</c:v>
                </c:pt>
                <c:pt idx="646">
                  <c:v>3.150539093738975</c:v>
                </c:pt>
                <c:pt idx="647">
                  <c:v>3.2763810515022134</c:v>
                </c:pt>
                <c:pt idx="648">
                  <c:v>3.3971855994230991</c:v>
                </c:pt>
                <c:pt idx="649">
                  <c:v>3.5127087627011675</c:v>
                </c:pt>
                <c:pt idx="650">
                  <c:v>3.6227144391431758</c:v>
                </c:pt>
                <c:pt idx="651">
                  <c:v>3.7269748641199874</c:v>
                </c:pt>
                <c:pt idx="652">
                  <c:v>3.8252710635754656</c:v>
                </c:pt>
                <c:pt idx="653">
                  <c:v>3.9173932942142473</c:v>
                </c:pt>
                <c:pt idx="654">
                  <c:v>4.0031414700126966</c:v>
                </c:pt>
                <c:pt idx="655">
                  <c:v>4.0823255742164273</c:v>
                </c:pt>
                <c:pt idx="656">
                  <c:v>4.154766056008329</c:v>
                </c:pt>
                <c:pt idx="657">
                  <c:v>4.2202942110533144</c:v>
                </c:pt>
                <c:pt idx="658">
                  <c:v>4.2787525451496977</c:v>
                </c:pt>
                <c:pt idx="659">
                  <c:v>4.3299951202423781</c:v>
                </c:pt>
                <c:pt idx="660">
                  <c:v>4.3738878820796989</c:v>
                </c:pt>
                <c:pt idx="661">
                  <c:v>4.4103089688240207</c:v>
                </c:pt>
                <c:pt idx="662">
                  <c:v>4.4391489999555569</c:v>
                </c:pt>
                <c:pt idx="663">
                  <c:v>4.4603113448399139</c:v>
                </c:pt>
                <c:pt idx="664">
                  <c:v>4.4737123703619481</c:v>
                </c:pt>
                <c:pt idx="665">
                  <c:v>4.4792816670619988</c:v>
                </c:pt>
                <c:pt idx="666">
                  <c:v>4.4769622532451434</c:v>
                </c:pt>
                <c:pt idx="667">
                  <c:v>4.4667107565699551</c:v>
                </c:pt>
                <c:pt idx="668">
                  <c:v>4.4484975726600444</c:v>
                </c:pt>
                <c:pt idx="669">
                  <c:v>4.422307000319579</c:v>
                </c:pt>
                <c:pt idx="670">
                  <c:v>4.3881373529728682</c:v>
                </c:pt>
                <c:pt idx="671">
                  <c:v>4.3460010459877747</c:v>
                </c:pt>
                <c:pt idx="672">
                  <c:v>4.2959246595834495</c:v>
                </c:pt>
                <c:pt idx="673">
                  <c:v>4.2379489770641268</c:v>
                </c:pt>
                <c:pt idx="674">
                  <c:v>4.172128998162913</c:v>
                </c:pt>
                <c:pt idx="675">
                  <c:v>4.0985339273221628</c:v>
                </c:pt>
                <c:pt idx="676">
                  <c:v>4.0172471367803393</c:v>
                </c:pt>
                <c:pt idx="677">
                  <c:v>3.9283661043790357</c:v>
                </c:pt>
                <c:pt idx="678">
                  <c:v>3.8320023260480069</c:v>
                </c:pt>
                <c:pt idx="679">
                  <c:v>3.7282812029706172</c:v>
                </c:pt>
                <c:pt idx="680">
                  <c:v>3.6173419034768903</c:v>
                </c:pt>
                <c:pt idx="681">
                  <c:v>3.4993371997563307</c:v>
                </c:pt>
                <c:pt idx="682">
                  <c:v>3.3744332795277709</c:v>
                </c:pt>
                <c:pt idx="683">
                  <c:v>3.2428095328486362</c:v>
                </c:pt>
                <c:pt idx="684">
                  <c:v>3.1046583142910649</c:v>
                </c:pt>
                <c:pt idx="685">
                  <c:v>2.9601846807572589</c:v>
                </c:pt>
                <c:pt idx="686">
                  <c:v>2.8096061052511883</c:v>
                </c:pt>
                <c:pt idx="687">
                  <c:v>2.6531521669681624</c:v>
                </c:pt>
                <c:pt idx="688">
                  <c:v>2.4910642181078968</c:v>
                </c:pt>
                <c:pt idx="689">
                  <c:v>2.3235950278602573</c:v>
                </c:pt>
                <c:pt idx="690">
                  <c:v>2.1510084040559789</c:v>
                </c:pt>
                <c:pt idx="691">
                  <c:v>1.9735787930171198</c:v>
                </c:pt>
                <c:pt idx="692">
                  <c:v>1.7915908581837463</c:v>
                </c:pt>
                <c:pt idx="693">
                  <c:v>1.6053390381344068</c:v>
                </c:pt>
                <c:pt idx="694">
                  <c:v>1.4151270846580788</c:v>
                </c:pt>
                <c:pt idx="695">
                  <c:v>1.2212675815745155</c:v>
                </c:pt>
                <c:pt idx="696">
                  <c:v>1.0240814450381757</c:v>
                </c:pt>
                <c:pt idx="697">
                  <c:v>0.82389740609808326</c:v>
                </c:pt>
                <c:pt idx="698">
                  <c:v>0.62105147632199176</c:v>
                </c:pt>
                <c:pt idx="699">
                  <c:v>0.41588639732806204</c:v>
                </c:pt>
                <c:pt idx="700">
                  <c:v>0.20875107510077309</c:v>
                </c:pt>
                <c:pt idx="701">
                  <c:v>0</c:v>
                </c:pt>
                <c:pt idx="702">
                  <c:v>0</c:v>
                </c:pt>
                <c:pt idx="703">
                  <c:v>0</c:v>
                </c:pt>
                <c:pt idx="704">
                  <c:v>0</c:v>
                </c:pt>
                <c:pt idx="705">
                  <c:v>0</c:v>
                </c:pt>
                <c:pt idx="706">
                  <c:v>0</c:v>
                </c:pt>
                <c:pt idx="707">
                  <c:v>0</c:v>
                </c:pt>
                <c:pt idx="708">
                  <c:v>0</c:v>
                </c:pt>
                <c:pt idx="709">
                  <c:v>0</c:v>
                </c:pt>
                <c:pt idx="710">
                  <c:v>0</c:v>
                </c:pt>
                <c:pt idx="711">
                  <c:v>0</c:v>
                </c:pt>
                <c:pt idx="712">
                  <c:v>0</c:v>
                </c:pt>
                <c:pt idx="713">
                  <c:v>0</c:v>
                </c:pt>
                <c:pt idx="714">
                  <c:v>0</c:v>
                </c:pt>
                <c:pt idx="715">
                  <c:v>0</c:v>
                </c:pt>
                <c:pt idx="716">
                  <c:v>0</c:v>
                </c:pt>
                <c:pt idx="717">
                  <c:v>0</c:v>
                </c:pt>
                <c:pt idx="718">
                  <c:v>0</c:v>
                </c:pt>
                <c:pt idx="719">
                  <c:v>0</c:v>
                </c:pt>
                <c:pt idx="720">
                  <c:v>0</c:v>
                </c:pt>
                <c:pt idx="721">
                  <c:v>0</c:v>
                </c:pt>
                <c:pt idx="722">
                  <c:v>0</c:v>
                </c:pt>
                <c:pt idx="723">
                  <c:v>0</c:v>
                </c:pt>
                <c:pt idx="724">
                  <c:v>0</c:v>
                </c:pt>
                <c:pt idx="725">
                  <c:v>0</c:v>
                </c:pt>
                <c:pt idx="726">
                  <c:v>0</c:v>
                </c:pt>
                <c:pt idx="727">
                  <c:v>0</c:v>
                </c:pt>
                <c:pt idx="728">
                  <c:v>0</c:v>
                </c:pt>
                <c:pt idx="729">
                  <c:v>0</c:v>
                </c:pt>
                <c:pt idx="730">
                  <c:v>0</c:v>
                </c:pt>
                <c:pt idx="731">
                  <c:v>0</c:v>
                </c:pt>
                <c:pt idx="732">
                  <c:v>0</c:v>
                </c:pt>
                <c:pt idx="733">
                  <c:v>0</c:v>
                </c:pt>
                <c:pt idx="734">
                  <c:v>0</c:v>
                </c:pt>
                <c:pt idx="735">
                  <c:v>0</c:v>
                </c:pt>
                <c:pt idx="736">
                  <c:v>0</c:v>
                </c:pt>
                <c:pt idx="737">
                  <c:v>0</c:v>
                </c:pt>
                <c:pt idx="738">
                  <c:v>0</c:v>
                </c:pt>
                <c:pt idx="739">
                  <c:v>0</c:v>
                </c:pt>
                <c:pt idx="740">
                  <c:v>0</c:v>
                </c:pt>
                <c:pt idx="741">
                  <c:v>0</c:v>
                </c:pt>
                <c:pt idx="742">
                  <c:v>0</c:v>
                </c:pt>
                <c:pt idx="743">
                  <c:v>0</c:v>
                </c:pt>
                <c:pt idx="744">
                  <c:v>0</c:v>
                </c:pt>
                <c:pt idx="745">
                  <c:v>0</c:v>
                </c:pt>
                <c:pt idx="746">
                  <c:v>0</c:v>
                </c:pt>
                <c:pt idx="747">
                  <c:v>0</c:v>
                </c:pt>
                <c:pt idx="748">
                  <c:v>0</c:v>
                </c:pt>
                <c:pt idx="749">
                  <c:v>0</c:v>
                </c:pt>
                <c:pt idx="750">
                  <c:v>0</c:v>
                </c:pt>
                <c:pt idx="751">
                  <c:v>0</c:v>
                </c:pt>
                <c:pt idx="752">
                  <c:v>0</c:v>
                </c:pt>
                <c:pt idx="753">
                  <c:v>0</c:v>
                </c:pt>
                <c:pt idx="754">
                  <c:v>0</c:v>
                </c:pt>
                <c:pt idx="755">
                  <c:v>0</c:v>
                </c:pt>
                <c:pt idx="756">
                  <c:v>0</c:v>
                </c:pt>
                <c:pt idx="757">
                  <c:v>0</c:v>
                </c:pt>
                <c:pt idx="758">
                  <c:v>0</c:v>
                </c:pt>
                <c:pt idx="759">
                  <c:v>0</c:v>
                </c:pt>
                <c:pt idx="760">
                  <c:v>0</c:v>
                </c:pt>
                <c:pt idx="761">
                  <c:v>0</c:v>
                </c:pt>
                <c:pt idx="762">
                  <c:v>0</c:v>
                </c:pt>
                <c:pt idx="763">
                  <c:v>0</c:v>
                </c:pt>
                <c:pt idx="764">
                  <c:v>0</c:v>
                </c:pt>
                <c:pt idx="765">
                  <c:v>0</c:v>
                </c:pt>
                <c:pt idx="766">
                  <c:v>0</c:v>
                </c:pt>
                <c:pt idx="767">
                  <c:v>0</c:v>
                </c:pt>
                <c:pt idx="768">
                  <c:v>0</c:v>
                </c:pt>
                <c:pt idx="769">
                  <c:v>0</c:v>
                </c:pt>
                <c:pt idx="770">
                  <c:v>0</c:v>
                </c:pt>
                <c:pt idx="771">
                  <c:v>0</c:v>
                </c:pt>
                <c:pt idx="772">
                  <c:v>0</c:v>
                </c:pt>
                <c:pt idx="773">
                  <c:v>0</c:v>
                </c:pt>
                <c:pt idx="774">
                  <c:v>0</c:v>
                </c:pt>
                <c:pt idx="775">
                  <c:v>0</c:v>
                </c:pt>
                <c:pt idx="776">
                  <c:v>0</c:v>
                </c:pt>
                <c:pt idx="777">
                  <c:v>0</c:v>
                </c:pt>
                <c:pt idx="778">
                  <c:v>0</c:v>
                </c:pt>
                <c:pt idx="779">
                  <c:v>0</c:v>
                </c:pt>
                <c:pt idx="780">
                  <c:v>0</c:v>
                </c:pt>
                <c:pt idx="781">
                  <c:v>0</c:v>
                </c:pt>
                <c:pt idx="782">
                  <c:v>0</c:v>
                </c:pt>
                <c:pt idx="783">
                  <c:v>0</c:v>
                </c:pt>
                <c:pt idx="784">
                  <c:v>0</c:v>
                </c:pt>
                <c:pt idx="785">
                  <c:v>0</c:v>
                </c:pt>
                <c:pt idx="786">
                  <c:v>0</c:v>
                </c:pt>
                <c:pt idx="787">
                  <c:v>0</c:v>
                </c:pt>
                <c:pt idx="788">
                  <c:v>0</c:v>
                </c:pt>
                <c:pt idx="789">
                  <c:v>0</c:v>
                </c:pt>
                <c:pt idx="790">
                  <c:v>0</c:v>
                </c:pt>
                <c:pt idx="791">
                  <c:v>0</c:v>
                </c:pt>
                <c:pt idx="792">
                  <c:v>0</c:v>
                </c:pt>
                <c:pt idx="793">
                  <c:v>0</c:v>
                </c:pt>
                <c:pt idx="794">
                  <c:v>0</c:v>
                </c:pt>
                <c:pt idx="795">
                  <c:v>0</c:v>
                </c:pt>
                <c:pt idx="796">
                  <c:v>0</c:v>
                </c:pt>
                <c:pt idx="797">
                  <c:v>0</c:v>
                </c:pt>
                <c:pt idx="798">
                  <c:v>0</c:v>
                </c:pt>
                <c:pt idx="799">
                  <c:v>0</c:v>
                </c:pt>
                <c:pt idx="800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68F3-47D1-9A7E-9B63982E769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93849872"/>
        <c:axId val="1193850352"/>
      </c:scatterChart>
      <c:valAx>
        <c:axId val="1193849872"/>
        <c:scaling>
          <c:orientation val="minMax"/>
          <c:max val="8"/>
        </c:scaling>
        <c:delete val="1"/>
        <c:axPos val="b"/>
        <c:numFmt formatCode="General" sourceLinked="1"/>
        <c:majorTickMark val="none"/>
        <c:minorTickMark val="none"/>
        <c:tickLblPos val="nextTo"/>
        <c:crossAx val="1193850352"/>
        <c:crosses val="autoZero"/>
        <c:crossBetween val="midCat"/>
      </c:valAx>
      <c:valAx>
        <c:axId val="119385035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193849872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"/>
          <c:y val="0"/>
          <c:w val="1"/>
          <c:h val="1"/>
        </c:manualLayout>
      </c:layout>
      <c:scatterChart>
        <c:scatterStyle val="lineMarker"/>
        <c:varyColors val="0"/>
        <c:ser>
          <c:idx val="0"/>
          <c:order val="0"/>
          <c:spPr>
            <a:ln w="88900" cap="rnd">
              <a:gradFill>
                <a:gsLst>
                  <a:gs pos="10000">
                    <a:srgbClr val="B9F9F7"/>
                  </a:gs>
                  <a:gs pos="41000">
                    <a:srgbClr val="6CF2EF"/>
                  </a:gs>
                  <a:gs pos="71000">
                    <a:srgbClr val="15EBE6"/>
                  </a:gs>
                  <a:gs pos="100000">
                    <a:srgbClr val="0FB5B1"/>
                  </a:gs>
                </a:gsLst>
                <a:lin ang="5400000" scaled="1"/>
              </a:gradFill>
              <a:round/>
            </a:ln>
            <a:effectLst/>
          </c:spPr>
          <c:marker>
            <c:symbol val="none"/>
          </c:marker>
          <c:xVal>
            <c:numRef>
              <c:f>Sheet2!$W$2:$W$802</c:f>
              <c:numCache>
                <c:formatCode>General</c:formatCode>
                <c:ptCount val="801"/>
                <c:pt idx="0">
                  <c:v>0</c:v>
                </c:pt>
                <c:pt idx="1">
                  <c:v>0.01</c:v>
                </c:pt>
                <c:pt idx="2">
                  <c:v>0.02</c:v>
                </c:pt>
                <c:pt idx="3">
                  <c:v>0.03</c:v>
                </c:pt>
                <c:pt idx="4">
                  <c:v>0.04</c:v>
                </c:pt>
                <c:pt idx="5">
                  <c:v>0.05</c:v>
                </c:pt>
                <c:pt idx="6">
                  <c:v>6.0000000000000005E-2</c:v>
                </c:pt>
                <c:pt idx="7">
                  <c:v>7.0000000000000007E-2</c:v>
                </c:pt>
                <c:pt idx="8">
                  <c:v>0.08</c:v>
                </c:pt>
                <c:pt idx="9">
                  <c:v>0.09</c:v>
                </c:pt>
                <c:pt idx="10">
                  <c:v>9.9999999999999992E-2</c:v>
                </c:pt>
                <c:pt idx="11">
                  <c:v>0.10999999999999999</c:v>
                </c:pt>
                <c:pt idx="12">
                  <c:v>0.11999999999999998</c:v>
                </c:pt>
                <c:pt idx="13">
                  <c:v>0.12999999999999998</c:v>
                </c:pt>
                <c:pt idx="14">
                  <c:v>0.13999999999999999</c:v>
                </c:pt>
                <c:pt idx="15">
                  <c:v>0.15</c:v>
                </c:pt>
                <c:pt idx="16">
                  <c:v>0.16</c:v>
                </c:pt>
                <c:pt idx="17">
                  <c:v>0.17</c:v>
                </c:pt>
                <c:pt idx="18">
                  <c:v>0.18000000000000002</c:v>
                </c:pt>
                <c:pt idx="19">
                  <c:v>0.19000000000000003</c:v>
                </c:pt>
                <c:pt idx="20">
                  <c:v>0.20000000000000004</c:v>
                </c:pt>
                <c:pt idx="21">
                  <c:v>0.21000000000000005</c:v>
                </c:pt>
                <c:pt idx="22">
                  <c:v>0.22000000000000006</c:v>
                </c:pt>
                <c:pt idx="23">
                  <c:v>0.23000000000000007</c:v>
                </c:pt>
                <c:pt idx="24">
                  <c:v>0.24000000000000007</c:v>
                </c:pt>
                <c:pt idx="25">
                  <c:v>0.25000000000000006</c:v>
                </c:pt>
                <c:pt idx="26">
                  <c:v>0.26000000000000006</c:v>
                </c:pt>
                <c:pt idx="27">
                  <c:v>0.27000000000000007</c:v>
                </c:pt>
                <c:pt idx="28">
                  <c:v>0.28000000000000008</c:v>
                </c:pt>
                <c:pt idx="29">
                  <c:v>0.29000000000000009</c:v>
                </c:pt>
                <c:pt idx="30">
                  <c:v>0.3000000000000001</c:v>
                </c:pt>
                <c:pt idx="31">
                  <c:v>0.31000000000000011</c:v>
                </c:pt>
                <c:pt idx="32">
                  <c:v>0.32000000000000012</c:v>
                </c:pt>
                <c:pt idx="33">
                  <c:v>0.33000000000000013</c:v>
                </c:pt>
                <c:pt idx="34">
                  <c:v>0.34000000000000014</c:v>
                </c:pt>
                <c:pt idx="35">
                  <c:v>0.35000000000000014</c:v>
                </c:pt>
                <c:pt idx="36">
                  <c:v>0.36000000000000015</c:v>
                </c:pt>
                <c:pt idx="37">
                  <c:v>0.37000000000000016</c:v>
                </c:pt>
                <c:pt idx="38">
                  <c:v>0.38000000000000017</c:v>
                </c:pt>
                <c:pt idx="39">
                  <c:v>0.39000000000000018</c:v>
                </c:pt>
                <c:pt idx="40">
                  <c:v>0.40000000000000019</c:v>
                </c:pt>
                <c:pt idx="41">
                  <c:v>0.4100000000000002</c:v>
                </c:pt>
                <c:pt idx="42">
                  <c:v>0.42000000000000021</c:v>
                </c:pt>
                <c:pt idx="43">
                  <c:v>0.43000000000000022</c:v>
                </c:pt>
                <c:pt idx="44">
                  <c:v>0.44000000000000022</c:v>
                </c:pt>
                <c:pt idx="45">
                  <c:v>0.45000000000000023</c:v>
                </c:pt>
                <c:pt idx="46">
                  <c:v>0.46000000000000024</c:v>
                </c:pt>
                <c:pt idx="47">
                  <c:v>0.47000000000000025</c:v>
                </c:pt>
                <c:pt idx="48">
                  <c:v>0.48000000000000026</c:v>
                </c:pt>
                <c:pt idx="49">
                  <c:v>0.49000000000000027</c:v>
                </c:pt>
                <c:pt idx="50">
                  <c:v>0.50000000000000022</c:v>
                </c:pt>
                <c:pt idx="51">
                  <c:v>0.51000000000000023</c:v>
                </c:pt>
                <c:pt idx="52">
                  <c:v>0.52000000000000024</c:v>
                </c:pt>
                <c:pt idx="53">
                  <c:v>0.53000000000000025</c:v>
                </c:pt>
                <c:pt idx="54">
                  <c:v>0.54000000000000026</c:v>
                </c:pt>
                <c:pt idx="55">
                  <c:v>0.55000000000000027</c:v>
                </c:pt>
                <c:pt idx="56">
                  <c:v>0.56000000000000028</c:v>
                </c:pt>
                <c:pt idx="57">
                  <c:v>0.57000000000000028</c:v>
                </c:pt>
                <c:pt idx="58">
                  <c:v>0.58000000000000029</c:v>
                </c:pt>
                <c:pt idx="59">
                  <c:v>0.5900000000000003</c:v>
                </c:pt>
                <c:pt idx="60">
                  <c:v>0.60000000000000031</c:v>
                </c:pt>
                <c:pt idx="61">
                  <c:v>0.61000000000000032</c:v>
                </c:pt>
                <c:pt idx="62">
                  <c:v>0.62000000000000033</c:v>
                </c:pt>
                <c:pt idx="63">
                  <c:v>0.63000000000000034</c:v>
                </c:pt>
                <c:pt idx="64">
                  <c:v>0.64000000000000035</c:v>
                </c:pt>
                <c:pt idx="65">
                  <c:v>0.65000000000000036</c:v>
                </c:pt>
                <c:pt idx="66">
                  <c:v>0.66000000000000036</c:v>
                </c:pt>
                <c:pt idx="67">
                  <c:v>0.67000000000000037</c:v>
                </c:pt>
                <c:pt idx="68">
                  <c:v>0.68000000000000038</c:v>
                </c:pt>
                <c:pt idx="69">
                  <c:v>0.69000000000000039</c:v>
                </c:pt>
                <c:pt idx="70">
                  <c:v>0.7000000000000004</c:v>
                </c:pt>
                <c:pt idx="71">
                  <c:v>0.71000000000000041</c:v>
                </c:pt>
                <c:pt idx="72">
                  <c:v>0.72000000000000042</c:v>
                </c:pt>
                <c:pt idx="73">
                  <c:v>0.73000000000000043</c:v>
                </c:pt>
                <c:pt idx="74">
                  <c:v>0.74000000000000044</c:v>
                </c:pt>
                <c:pt idx="75">
                  <c:v>0.75000000000000044</c:v>
                </c:pt>
                <c:pt idx="76">
                  <c:v>0.76000000000000045</c:v>
                </c:pt>
                <c:pt idx="77">
                  <c:v>0.77000000000000046</c:v>
                </c:pt>
                <c:pt idx="78">
                  <c:v>0.78000000000000047</c:v>
                </c:pt>
                <c:pt idx="79">
                  <c:v>0.79000000000000048</c:v>
                </c:pt>
                <c:pt idx="80">
                  <c:v>0.80000000000000049</c:v>
                </c:pt>
                <c:pt idx="81">
                  <c:v>0.8100000000000005</c:v>
                </c:pt>
                <c:pt idx="82">
                  <c:v>0.82000000000000051</c:v>
                </c:pt>
                <c:pt idx="83">
                  <c:v>0.83000000000000052</c:v>
                </c:pt>
                <c:pt idx="84">
                  <c:v>0.84000000000000052</c:v>
                </c:pt>
                <c:pt idx="85">
                  <c:v>0.85000000000000053</c:v>
                </c:pt>
                <c:pt idx="86">
                  <c:v>0.86000000000000054</c:v>
                </c:pt>
                <c:pt idx="87">
                  <c:v>0.87000000000000055</c:v>
                </c:pt>
                <c:pt idx="88">
                  <c:v>0.88000000000000056</c:v>
                </c:pt>
                <c:pt idx="89">
                  <c:v>0.89000000000000057</c:v>
                </c:pt>
                <c:pt idx="90">
                  <c:v>0.90000000000000058</c:v>
                </c:pt>
                <c:pt idx="91">
                  <c:v>0.91000000000000059</c:v>
                </c:pt>
                <c:pt idx="92">
                  <c:v>0.9200000000000006</c:v>
                </c:pt>
                <c:pt idx="93">
                  <c:v>0.9300000000000006</c:v>
                </c:pt>
                <c:pt idx="94">
                  <c:v>0.94000000000000061</c:v>
                </c:pt>
                <c:pt idx="95">
                  <c:v>0.95000000000000062</c:v>
                </c:pt>
                <c:pt idx="96">
                  <c:v>0.96000000000000063</c:v>
                </c:pt>
                <c:pt idx="97">
                  <c:v>0.97000000000000064</c:v>
                </c:pt>
                <c:pt idx="98">
                  <c:v>0.98000000000000065</c:v>
                </c:pt>
                <c:pt idx="99">
                  <c:v>0.99000000000000066</c:v>
                </c:pt>
                <c:pt idx="100">
                  <c:v>1.0000000000000007</c:v>
                </c:pt>
                <c:pt idx="101">
                  <c:v>1.0100000000000007</c:v>
                </c:pt>
                <c:pt idx="102">
                  <c:v>1.0200000000000007</c:v>
                </c:pt>
                <c:pt idx="103">
                  <c:v>1.0300000000000007</c:v>
                </c:pt>
                <c:pt idx="104">
                  <c:v>1.0400000000000007</c:v>
                </c:pt>
                <c:pt idx="105">
                  <c:v>1.0500000000000007</c:v>
                </c:pt>
                <c:pt idx="106">
                  <c:v>1.0600000000000007</c:v>
                </c:pt>
                <c:pt idx="107">
                  <c:v>1.0700000000000007</c:v>
                </c:pt>
                <c:pt idx="108">
                  <c:v>1.0800000000000007</c:v>
                </c:pt>
                <c:pt idx="109">
                  <c:v>1.0900000000000007</c:v>
                </c:pt>
                <c:pt idx="110">
                  <c:v>1.1000000000000008</c:v>
                </c:pt>
                <c:pt idx="111">
                  <c:v>1.1100000000000008</c:v>
                </c:pt>
                <c:pt idx="112">
                  <c:v>1.1200000000000008</c:v>
                </c:pt>
                <c:pt idx="113">
                  <c:v>1.1300000000000008</c:v>
                </c:pt>
                <c:pt idx="114">
                  <c:v>1.1400000000000008</c:v>
                </c:pt>
                <c:pt idx="115">
                  <c:v>1.1500000000000008</c:v>
                </c:pt>
                <c:pt idx="116">
                  <c:v>1.1600000000000008</c:v>
                </c:pt>
                <c:pt idx="117">
                  <c:v>1.1700000000000008</c:v>
                </c:pt>
                <c:pt idx="118">
                  <c:v>1.1800000000000008</c:v>
                </c:pt>
                <c:pt idx="119">
                  <c:v>1.1900000000000008</c:v>
                </c:pt>
                <c:pt idx="120">
                  <c:v>1.2000000000000008</c:v>
                </c:pt>
                <c:pt idx="121">
                  <c:v>1.2100000000000009</c:v>
                </c:pt>
                <c:pt idx="122">
                  <c:v>1.2200000000000009</c:v>
                </c:pt>
                <c:pt idx="123">
                  <c:v>1.2300000000000009</c:v>
                </c:pt>
                <c:pt idx="124">
                  <c:v>1.2400000000000009</c:v>
                </c:pt>
                <c:pt idx="125">
                  <c:v>1.2500000000000009</c:v>
                </c:pt>
                <c:pt idx="126">
                  <c:v>1.2600000000000009</c:v>
                </c:pt>
                <c:pt idx="127">
                  <c:v>1.2700000000000009</c:v>
                </c:pt>
                <c:pt idx="128">
                  <c:v>1.2800000000000009</c:v>
                </c:pt>
                <c:pt idx="129">
                  <c:v>1.2900000000000009</c:v>
                </c:pt>
                <c:pt idx="130">
                  <c:v>1.3000000000000009</c:v>
                </c:pt>
                <c:pt idx="131">
                  <c:v>1.3100000000000009</c:v>
                </c:pt>
                <c:pt idx="132">
                  <c:v>1.320000000000001</c:v>
                </c:pt>
                <c:pt idx="133">
                  <c:v>1.330000000000001</c:v>
                </c:pt>
                <c:pt idx="134">
                  <c:v>1.340000000000001</c:v>
                </c:pt>
                <c:pt idx="135">
                  <c:v>1.350000000000001</c:v>
                </c:pt>
                <c:pt idx="136">
                  <c:v>1.360000000000001</c:v>
                </c:pt>
                <c:pt idx="137">
                  <c:v>1.370000000000001</c:v>
                </c:pt>
                <c:pt idx="138">
                  <c:v>1.380000000000001</c:v>
                </c:pt>
                <c:pt idx="139">
                  <c:v>1.390000000000001</c:v>
                </c:pt>
                <c:pt idx="140">
                  <c:v>1.400000000000001</c:v>
                </c:pt>
                <c:pt idx="141">
                  <c:v>1.410000000000001</c:v>
                </c:pt>
                <c:pt idx="142">
                  <c:v>1.420000000000001</c:v>
                </c:pt>
                <c:pt idx="143">
                  <c:v>1.430000000000001</c:v>
                </c:pt>
                <c:pt idx="144">
                  <c:v>1.4400000000000011</c:v>
                </c:pt>
                <c:pt idx="145">
                  <c:v>1.4500000000000011</c:v>
                </c:pt>
                <c:pt idx="146">
                  <c:v>1.4600000000000011</c:v>
                </c:pt>
                <c:pt idx="147">
                  <c:v>1.4700000000000011</c:v>
                </c:pt>
                <c:pt idx="148">
                  <c:v>1.4800000000000011</c:v>
                </c:pt>
                <c:pt idx="149">
                  <c:v>1.4900000000000011</c:v>
                </c:pt>
                <c:pt idx="150">
                  <c:v>1.5000000000000011</c:v>
                </c:pt>
                <c:pt idx="151">
                  <c:v>1.5100000000000011</c:v>
                </c:pt>
                <c:pt idx="152">
                  <c:v>1.5200000000000011</c:v>
                </c:pt>
                <c:pt idx="153">
                  <c:v>1.5300000000000011</c:v>
                </c:pt>
                <c:pt idx="154">
                  <c:v>1.5400000000000011</c:v>
                </c:pt>
                <c:pt idx="155">
                  <c:v>1.5500000000000012</c:v>
                </c:pt>
                <c:pt idx="156">
                  <c:v>1.5600000000000012</c:v>
                </c:pt>
                <c:pt idx="157">
                  <c:v>1.5700000000000012</c:v>
                </c:pt>
                <c:pt idx="158">
                  <c:v>1.5800000000000012</c:v>
                </c:pt>
                <c:pt idx="159">
                  <c:v>1.5900000000000012</c:v>
                </c:pt>
                <c:pt idx="160">
                  <c:v>1.6000000000000012</c:v>
                </c:pt>
                <c:pt idx="161">
                  <c:v>1.6100000000000012</c:v>
                </c:pt>
                <c:pt idx="162">
                  <c:v>1.6200000000000012</c:v>
                </c:pt>
                <c:pt idx="163">
                  <c:v>1.6300000000000012</c:v>
                </c:pt>
                <c:pt idx="164">
                  <c:v>1.6400000000000012</c:v>
                </c:pt>
                <c:pt idx="165">
                  <c:v>1.6500000000000012</c:v>
                </c:pt>
                <c:pt idx="166">
                  <c:v>1.6600000000000013</c:v>
                </c:pt>
                <c:pt idx="167">
                  <c:v>1.6700000000000013</c:v>
                </c:pt>
                <c:pt idx="168">
                  <c:v>1.6800000000000013</c:v>
                </c:pt>
                <c:pt idx="169">
                  <c:v>1.6900000000000013</c:v>
                </c:pt>
                <c:pt idx="170">
                  <c:v>1.7000000000000013</c:v>
                </c:pt>
                <c:pt idx="171">
                  <c:v>1.7100000000000013</c:v>
                </c:pt>
                <c:pt idx="172">
                  <c:v>1.7200000000000013</c:v>
                </c:pt>
                <c:pt idx="173">
                  <c:v>1.7300000000000013</c:v>
                </c:pt>
                <c:pt idx="174">
                  <c:v>1.7400000000000013</c:v>
                </c:pt>
                <c:pt idx="175">
                  <c:v>1.7500000000000013</c:v>
                </c:pt>
                <c:pt idx="176">
                  <c:v>1.7600000000000013</c:v>
                </c:pt>
                <c:pt idx="177">
                  <c:v>1.7700000000000014</c:v>
                </c:pt>
                <c:pt idx="178">
                  <c:v>1.7800000000000014</c:v>
                </c:pt>
                <c:pt idx="179">
                  <c:v>1.7900000000000014</c:v>
                </c:pt>
                <c:pt idx="180">
                  <c:v>1.8000000000000014</c:v>
                </c:pt>
                <c:pt idx="181">
                  <c:v>1.8100000000000014</c:v>
                </c:pt>
                <c:pt idx="182">
                  <c:v>1.8200000000000014</c:v>
                </c:pt>
                <c:pt idx="183">
                  <c:v>1.8300000000000014</c:v>
                </c:pt>
                <c:pt idx="184">
                  <c:v>1.8400000000000014</c:v>
                </c:pt>
                <c:pt idx="185">
                  <c:v>1.8500000000000014</c:v>
                </c:pt>
                <c:pt idx="186">
                  <c:v>1.8600000000000014</c:v>
                </c:pt>
                <c:pt idx="187">
                  <c:v>1.8700000000000014</c:v>
                </c:pt>
                <c:pt idx="188">
                  <c:v>1.8800000000000014</c:v>
                </c:pt>
                <c:pt idx="189">
                  <c:v>1.8900000000000015</c:v>
                </c:pt>
                <c:pt idx="190">
                  <c:v>1.9000000000000015</c:v>
                </c:pt>
                <c:pt idx="191">
                  <c:v>1.9100000000000015</c:v>
                </c:pt>
                <c:pt idx="192">
                  <c:v>1.9200000000000015</c:v>
                </c:pt>
                <c:pt idx="193">
                  <c:v>1.9300000000000015</c:v>
                </c:pt>
                <c:pt idx="194">
                  <c:v>1.9400000000000015</c:v>
                </c:pt>
                <c:pt idx="195">
                  <c:v>1.9500000000000015</c:v>
                </c:pt>
                <c:pt idx="196">
                  <c:v>1.9600000000000015</c:v>
                </c:pt>
                <c:pt idx="197">
                  <c:v>1.9700000000000015</c:v>
                </c:pt>
                <c:pt idx="198">
                  <c:v>1.9800000000000015</c:v>
                </c:pt>
                <c:pt idx="199">
                  <c:v>1.9900000000000015</c:v>
                </c:pt>
                <c:pt idx="200">
                  <c:v>2.0000000000000013</c:v>
                </c:pt>
                <c:pt idx="201">
                  <c:v>2.0100000000000011</c:v>
                </c:pt>
                <c:pt idx="202">
                  <c:v>2.0200000000000009</c:v>
                </c:pt>
                <c:pt idx="203">
                  <c:v>2.0300000000000007</c:v>
                </c:pt>
                <c:pt idx="204">
                  <c:v>2.0400000000000005</c:v>
                </c:pt>
                <c:pt idx="205">
                  <c:v>2.0500000000000003</c:v>
                </c:pt>
                <c:pt idx="206">
                  <c:v>2.06</c:v>
                </c:pt>
                <c:pt idx="207">
                  <c:v>2.0699999999999998</c:v>
                </c:pt>
                <c:pt idx="208">
                  <c:v>2.0799999999999996</c:v>
                </c:pt>
                <c:pt idx="209">
                  <c:v>2.0899999999999994</c:v>
                </c:pt>
                <c:pt idx="210">
                  <c:v>2.0999999999999992</c:v>
                </c:pt>
                <c:pt idx="211">
                  <c:v>2.109999999999999</c:v>
                </c:pt>
                <c:pt idx="212">
                  <c:v>2.1199999999999988</c:v>
                </c:pt>
                <c:pt idx="213">
                  <c:v>2.1299999999999986</c:v>
                </c:pt>
                <c:pt idx="214">
                  <c:v>2.1399999999999983</c:v>
                </c:pt>
                <c:pt idx="215">
                  <c:v>2.1499999999999981</c:v>
                </c:pt>
                <c:pt idx="216">
                  <c:v>2.1599999999999979</c:v>
                </c:pt>
                <c:pt idx="217">
                  <c:v>2.1699999999999977</c:v>
                </c:pt>
                <c:pt idx="218">
                  <c:v>2.1799999999999975</c:v>
                </c:pt>
                <c:pt idx="219">
                  <c:v>2.1899999999999973</c:v>
                </c:pt>
                <c:pt idx="220">
                  <c:v>2.1999999999999971</c:v>
                </c:pt>
                <c:pt idx="221">
                  <c:v>2.2099999999999969</c:v>
                </c:pt>
                <c:pt idx="222">
                  <c:v>2.2199999999999966</c:v>
                </c:pt>
                <c:pt idx="223">
                  <c:v>2.2299999999999964</c:v>
                </c:pt>
                <c:pt idx="224">
                  <c:v>2.2399999999999962</c:v>
                </c:pt>
                <c:pt idx="225">
                  <c:v>2.249999999999996</c:v>
                </c:pt>
                <c:pt idx="226">
                  <c:v>2.2599999999999958</c:v>
                </c:pt>
                <c:pt idx="227">
                  <c:v>2.2699999999999956</c:v>
                </c:pt>
                <c:pt idx="228">
                  <c:v>2.2799999999999954</c:v>
                </c:pt>
                <c:pt idx="229">
                  <c:v>2.2899999999999952</c:v>
                </c:pt>
                <c:pt idx="230">
                  <c:v>2.2999999999999949</c:v>
                </c:pt>
                <c:pt idx="231">
                  <c:v>2.3099999999999947</c:v>
                </c:pt>
                <c:pt idx="232">
                  <c:v>2.3199999999999945</c:v>
                </c:pt>
                <c:pt idx="233">
                  <c:v>2.3299999999999943</c:v>
                </c:pt>
                <c:pt idx="234">
                  <c:v>2.3399999999999941</c:v>
                </c:pt>
                <c:pt idx="235">
                  <c:v>2.3499999999999939</c:v>
                </c:pt>
                <c:pt idx="236">
                  <c:v>2.3599999999999937</c:v>
                </c:pt>
                <c:pt idx="237">
                  <c:v>2.3699999999999934</c:v>
                </c:pt>
                <c:pt idx="238">
                  <c:v>2.3799999999999932</c:v>
                </c:pt>
                <c:pt idx="239">
                  <c:v>2.389999999999993</c:v>
                </c:pt>
                <c:pt idx="240">
                  <c:v>2.3999999999999928</c:v>
                </c:pt>
                <c:pt idx="241">
                  <c:v>2.4099999999999926</c:v>
                </c:pt>
                <c:pt idx="242">
                  <c:v>2.4199999999999924</c:v>
                </c:pt>
                <c:pt idx="243">
                  <c:v>2.4299999999999922</c:v>
                </c:pt>
                <c:pt idx="244">
                  <c:v>2.439999999999992</c:v>
                </c:pt>
                <c:pt idx="245">
                  <c:v>2.4499999999999917</c:v>
                </c:pt>
                <c:pt idx="246">
                  <c:v>2.4599999999999915</c:v>
                </c:pt>
                <c:pt idx="247">
                  <c:v>2.4699999999999913</c:v>
                </c:pt>
                <c:pt idx="248">
                  <c:v>2.4799999999999911</c:v>
                </c:pt>
                <c:pt idx="249">
                  <c:v>2.4899999999999909</c:v>
                </c:pt>
                <c:pt idx="250">
                  <c:v>2.4999999999999907</c:v>
                </c:pt>
                <c:pt idx="251">
                  <c:v>2.5099999999999905</c:v>
                </c:pt>
                <c:pt idx="252">
                  <c:v>2.5199999999999902</c:v>
                </c:pt>
                <c:pt idx="253">
                  <c:v>2.52999999999999</c:v>
                </c:pt>
                <c:pt idx="254">
                  <c:v>2.5399999999999898</c:v>
                </c:pt>
                <c:pt idx="255">
                  <c:v>2.5499999999999896</c:v>
                </c:pt>
                <c:pt idx="256">
                  <c:v>2.5599999999999894</c:v>
                </c:pt>
                <c:pt idx="257">
                  <c:v>2.5699999999999892</c:v>
                </c:pt>
                <c:pt idx="258">
                  <c:v>2.579999999999989</c:v>
                </c:pt>
                <c:pt idx="259">
                  <c:v>2.5899999999999888</c:v>
                </c:pt>
                <c:pt idx="260">
                  <c:v>2.5999999999999885</c:v>
                </c:pt>
                <c:pt idx="261">
                  <c:v>2.6099999999999883</c:v>
                </c:pt>
                <c:pt idx="262">
                  <c:v>2.6199999999999881</c:v>
                </c:pt>
                <c:pt idx="263">
                  <c:v>2.6299999999999879</c:v>
                </c:pt>
                <c:pt idx="264">
                  <c:v>2.6399999999999877</c:v>
                </c:pt>
                <c:pt idx="265">
                  <c:v>2.6499999999999875</c:v>
                </c:pt>
                <c:pt idx="266">
                  <c:v>2.6599999999999873</c:v>
                </c:pt>
                <c:pt idx="267">
                  <c:v>2.6699999999999871</c:v>
                </c:pt>
                <c:pt idx="268">
                  <c:v>2.6799999999999868</c:v>
                </c:pt>
                <c:pt idx="269">
                  <c:v>2.6899999999999866</c:v>
                </c:pt>
                <c:pt idx="270">
                  <c:v>2.6999999999999864</c:v>
                </c:pt>
                <c:pt idx="271">
                  <c:v>2.7099999999999862</c:v>
                </c:pt>
                <c:pt idx="272">
                  <c:v>2.719999999999986</c:v>
                </c:pt>
                <c:pt idx="273">
                  <c:v>2.7299999999999858</c:v>
                </c:pt>
                <c:pt idx="274">
                  <c:v>2.7399999999999856</c:v>
                </c:pt>
                <c:pt idx="275">
                  <c:v>2.7499999999999853</c:v>
                </c:pt>
                <c:pt idx="276">
                  <c:v>2.7599999999999851</c:v>
                </c:pt>
                <c:pt idx="277">
                  <c:v>2.7699999999999849</c:v>
                </c:pt>
                <c:pt idx="278">
                  <c:v>2.7799999999999847</c:v>
                </c:pt>
                <c:pt idx="279">
                  <c:v>2.7899999999999845</c:v>
                </c:pt>
                <c:pt idx="280">
                  <c:v>2.7999999999999843</c:v>
                </c:pt>
                <c:pt idx="281">
                  <c:v>2.8099999999999841</c:v>
                </c:pt>
                <c:pt idx="282">
                  <c:v>2.8199999999999839</c:v>
                </c:pt>
                <c:pt idx="283">
                  <c:v>2.8299999999999836</c:v>
                </c:pt>
                <c:pt idx="284">
                  <c:v>2.8399999999999834</c:v>
                </c:pt>
                <c:pt idx="285">
                  <c:v>2.8499999999999832</c:v>
                </c:pt>
                <c:pt idx="286">
                  <c:v>2.859999999999983</c:v>
                </c:pt>
                <c:pt idx="287">
                  <c:v>2.8699999999999828</c:v>
                </c:pt>
                <c:pt idx="288">
                  <c:v>2.8799999999999826</c:v>
                </c:pt>
                <c:pt idx="289">
                  <c:v>2.8899999999999824</c:v>
                </c:pt>
                <c:pt idx="290">
                  <c:v>2.8999999999999821</c:v>
                </c:pt>
                <c:pt idx="291">
                  <c:v>2.9099999999999819</c:v>
                </c:pt>
                <c:pt idx="292">
                  <c:v>2.9199999999999817</c:v>
                </c:pt>
                <c:pt idx="293">
                  <c:v>2.9299999999999815</c:v>
                </c:pt>
                <c:pt idx="294">
                  <c:v>2.9399999999999813</c:v>
                </c:pt>
                <c:pt idx="295">
                  <c:v>2.9499999999999811</c:v>
                </c:pt>
                <c:pt idx="296">
                  <c:v>2.9599999999999809</c:v>
                </c:pt>
                <c:pt idx="297">
                  <c:v>2.9699999999999807</c:v>
                </c:pt>
                <c:pt idx="298">
                  <c:v>2.9799999999999804</c:v>
                </c:pt>
                <c:pt idx="299">
                  <c:v>2.9899999999999802</c:v>
                </c:pt>
                <c:pt idx="300">
                  <c:v>2.99999999999998</c:v>
                </c:pt>
                <c:pt idx="301">
                  <c:v>3.0099999999999798</c:v>
                </c:pt>
                <c:pt idx="302">
                  <c:v>3.0199999999999796</c:v>
                </c:pt>
                <c:pt idx="303">
                  <c:v>3.0299999999999794</c:v>
                </c:pt>
                <c:pt idx="304">
                  <c:v>3.0399999999999792</c:v>
                </c:pt>
                <c:pt idx="305">
                  <c:v>3.049999999999979</c:v>
                </c:pt>
                <c:pt idx="306">
                  <c:v>3.0599999999999787</c:v>
                </c:pt>
                <c:pt idx="307">
                  <c:v>3.0699999999999785</c:v>
                </c:pt>
                <c:pt idx="308">
                  <c:v>3.0799999999999783</c:v>
                </c:pt>
                <c:pt idx="309">
                  <c:v>3.0899999999999781</c:v>
                </c:pt>
                <c:pt idx="310">
                  <c:v>3.0999999999999779</c:v>
                </c:pt>
                <c:pt idx="311">
                  <c:v>3.1099999999999777</c:v>
                </c:pt>
                <c:pt idx="312">
                  <c:v>3.1199999999999775</c:v>
                </c:pt>
                <c:pt idx="313">
                  <c:v>3.1299999999999772</c:v>
                </c:pt>
                <c:pt idx="314">
                  <c:v>3.139999999999977</c:v>
                </c:pt>
                <c:pt idx="315">
                  <c:v>3.1499999999999768</c:v>
                </c:pt>
                <c:pt idx="316">
                  <c:v>3.1599999999999766</c:v>
                </c:pt>
                <c:pt idx="317">
                  <c:v>3.1699999999999764</c:v>
                </c:pt>
                <c:pt idx="318">
                  <c:v>3.1799999999999762</c:v>
                </c:pt>
                <c:pt idx="319">
                  <c:v>3.189999999999976</c:v>
                </c:pt>
                <c:pt idx="320">
                  <c:v>3.1999999999999758</c:v>
                </c:pt>
                <c:pt idx="321">
                  <c:v>3.2099999999999755</c:v>
                </c:pt>
                <c:pt idx="322">
                  <c:v>3.2199999999999753</c:v>
                </c:pt>
                <c:pt idx="323">
                  <c:v>3.2299999999999751</c:v>
                </c:pt>
                <c:pt idx="324">
                  <c:v>3.2399999999999749</c:v>
                </c:pt>
                <c:pt idx="325">
                  <c:v>3.2499999999999747</c:v>
                </c:pt>
                <c:pt idx="326">
                  <c:v>3.2599999999999745</c:v>
                </c:pt>
                <c:pt idx="327">
                  <c:v>3.2699999999999743</c:v>
                </c:pt>
                <c:pt idx="328">
                  <c:v>3.279999999999974</c:v>
                </c:pt>
                <c:pt idx="329">
                  <c:v>3.2899999999999738</c:v>
                </c:pt>
                <c:pt idx="330">
                  <c:v>3.2999999999999736</c:v>
                </c:pt>
                <c:pt idx="331">
                  <c:v>3.3099999999999734</c:v>
                </c:pt>
                <c:pt idx="332">
                  <c:v>3.3199999999999732</c:v>
                </c:pt>
                <c:pt idx="333">
                  <c:v>3.329999999999973</c:v>
                </c:pt>
                <c:pt idx="334">
                  <c:v>3.3399999999999728</c:v>
                </c:pt>
                <c:pt idx="335">
                  <c:v>3.3499999999999726</c:v>
                </c:pt>
                <c:pt idx="336">
                  <c:v>3.3599999999999723</c:v>
                </c:pt>
                <c:pt idx="337">
                  <c:v>3.3699999999999721</c:v>
                </c:pt>
                <c:pt idx="338">
                  <c:v>3.3799999999999719</c:v>
                </c:pt>
                <c:pt idx="339">
                  <c:v>3.3899999999999717</c:v>
                </c:pt>
                <c:pt idx="340">
                  <c:v>3.3999999999999715</c:v>
                </c:pt>
                <c:pt idx="341">
                  <c:v>3.4099999999999713</c:v>
                </c:pt>
                <c:pt idx="342">
                  <c:v>3.4199999999999711</c:v>
                </c:pt>
                <c:pt idx="343">
                  <c:v>3.4299999999999708</c:v>
                </c:pt>
                <c:pt idx="344">
                  <c:v>3.4399999999999706</c:v>
                </c:pt>
                <c:pt idx="345">
                  <c:v>3.4499999999999704</c:v>
                </c:pt>
                <c:pt idx="346">
                  <c:v>3.4599999999999702</c:v>
                </c:pt>
                <c:pt idx="347">
                  <c:v>3.46999999999997</c:v>
                </c:pt>
                <c:pt idx="348">
                  <c:v>3.4799999999999698</c:v>
                </c:pt>
                <c:pt idx="349">
                  <c:v>3.4899999999999696</c:v>
                </c:pt>
                <c:pt idx="350">
                  <c:v>3.4999999999999694</c:v>
                </c:pt>
                <c:pt idx="351">
                  <c:v>3.5099999999999691</c:v>
                </c:pt>
                <c:pt idx="352">
                  <c:v>3.5199999999999689</c:v>
                </c:pt>
                <c:pt idx="353">
                  <c:v>3.5299999999999687</c:v>
                </c:pt>
                <c:pt idx="354">
                  <c:v>3.5399999999999685</c:v>
                </c:pt>
                <c:pt idx="355">
                  <c:v>3.5499999999999683</c:v>
                </c:pt>
                <c:pt idx="356">
                  <c:v>3.5599999999999681</c:v>
                </c:pt>
                <c:pt idx="357">
                  <c:v>3.5699999999999679</c:v>
                </c:pt>
                <c:pt idx="358">
                  <c:v>3.5799999999999677</c:v>
                </c:pt>
                <c:pt idx="359">
                  <c:v>3.5899999999999674</c:v>
                </c:pt>
                <c:pt idx="360">
                  <c:v>3.5999999999999672</c:v>
                </c:pt>
                <c:pt idx="361">
                  <c:v>3.609999999999967</c:v>
                </c:pt>
                <c:pt idx="362">
                  <c:v>3.6199999999999668</c:v>
                </c:pt>
                <c:pt idx="363">
                  <c:v>3.6299999999999666</c:v>
                </c:pt>
                <c:pt idx="364">
                  <c:v>3.6399999999999664</c:v>
                </c:pt>
                <c:pt idx="365">
                  <c:v>3.6499999999999662</c:v>
                </c:pt>
                <c:pt idx="366">
                  <c:v>3.6599999999999659</c:v>
                </c:pt>
                <c:pt idx="367">
                  <c:v>3.6699999999999657</c:v>
                </c:pt>
                <c:pt idx="368">
                  <c:v>3.6799999999999655</c:v>
                </c:pt>
                <c:pt idx="369">
                  <c:v>3.6899999999999653</c:v>
                </c:pt>
                <c:pt idx="370">
                  <c:v>3.6999999999999651</c:v>
                </c:pt>
                <c:pt idx="371">
                  <c:v>3.7099999999999649</c:v>
                </c:pt>
                <c:pt idx="372">
                  <c:v>3.7199999999999647</c:v>
                </c:pt>
                <c:pt idx="373">
                  <c:v>3.7299999999999645</c:v>
                </c:pt>
                <c:pt idx="374">
                  <c:v>3.7399999999999642</c:v>
                </c:pt>
                <c:pt idx="375">
                  <c:v>3.749999999999964</c:v>
                </c:pt>
                <c:pt idx="376">
                  <c:v>3.7599999999999638</c:v>
                </c:pt>
                <c:pt idx="377">
                  <c:v>3.7699999999999636</c:v>
                </c:pt>
                <c:pt idx="378">
                  <c:v>3.7799999999999634</c:v>
                </c:pt>
                <c:pt idx="379">
                  <c:v>3.7899999999999632</c:v>
                </c:pt>
                <c:pt idx="380">
                  <c:v>3.799999999999963</c:v>
                </c:pt>
                <c:pt idx="381">
                  <c:v>3.8099999999999627</c:v>
                </c:pt>
                <c:pt idx="382">
                  <c:v>3.8199999999999625</c:v>
                </c:pt>
                <c:pt idx="383">
                  <c:v>3.8299999999999623</c:v>
                </c:pt>
                <c:pt idx="384">
                  <c:v>3.8399999999999621</c:v>
                </c:pt>
                <c:pt idx="385">
                  <c:v>3.8499999999999619</c:v>
                </c:pt>
                <c:pt idx="386">
                  <c:v>3.8599999999999617</c:v>
                </c:pt>
                <c:pt idx="387">
                  <c:v>3.8699999999999615</c:v>
                </c:pt>
                <c:pt idx="388">
                  <c:v>3.8799999999999613</c:v>
                </c:pt>
                <c:pt idx="389">
                  <c:v>3.889999999999961</c:v>
                </c:pt>
                <c:pt idx="390">
                  <c:v>3.8999999999999608</c:v>
                </c:pt>
                <c:pt idx="391">
                  <c:v>3.9099999999999606</c:v>
                </c:pt>
                <c:pt idx="392">
                  <c:v>3.9199999999999604</c:v>
                </c:pt>
                <c:pt idx="393">
                  <c:v>3.9299999999999602</c:v>
                </c:pt>
                <c:pt idx="394">
                  <c:v>3.93999999999996</c:v>
                </c:pt>
                <c:pt idx="395">
                  <c:v>3.9499999999999598</c:v>
                </c:pt>
                <c:pt idx="396">
                  <c:v>3.9599999999999596</c:v>
                </c:pt>
                <c:pt idx="397">
                  <c:v>3.9699999999999593</c:v>
                </c:pt>
                <c:pt idx="398">
                  <c:v>3.9799999999999591</c:v>
                </c:pt>
                <c:pt idx="399">
                  <c:v>3.9899999999999589</c:v>
                </c:pt>
                <c:pt idx="400">
                  <c:v>3.9999999999999587</c:v>
                </c:pt>
                <c:pt idx="401">
                  <c:v>4.0099999999999589</c:v>
                </c:pt>
                <c:pt idx="402">
                  <c:v>4.0199999999999587</c:v>
                </c:pt>
                <c:pt idx="403">
                  <c:v>4.0299999999999585</c:v>
                </c:pt>
                <c:pt idx="404">
                  <c:v>4.0399999999999583</c:v>
                </c:pt>
                <c:pt idx="405">
                  <c:v>4.0499999999999581</c:v>
                </c:pt>
                <c:pt idx="406">
                  <c:v>4.0599999999999579</c:v>
                </c:pt>
                <c:pt idx="407">
                  <c:v>4.0699999999999577</c:v>
                </c:pt>
                <c:pt idx="408">
                  <c:v>4.0799999999999574</c:v>
                </c:pt>
                <c:pt idx="409">
                  <c:v>4.0899999999999572</c:v>
                </c:pt>
                <c:pt idx="410">
                  <c:v>4.099999999999957</c:v>
                </c:pt>
                <c:pt idx="411">
                  <c:v>4.1099999999999568</c:v>
                </c:pt>
                <c:pt idx="412">
                  <c:v>4.1199999999999566</c:v>
                </c:pt>
                <c:pt idx="413">
                  <c:v>4.1299999999999564</c:v>
                </c:pt>
                <c:pt idx="414">
                  <c:v>4.1399999999999562</c:v>
                </c:pt>
                <c:pt idx="415">
                  <c:v>4.1499999999999559</c:v>
                </c:pt>
                <c:pt idx="416">
                  <c:v>4.1599999999999557</c:v>
                </c:pt>
                <c:pt idx="417">
                  <c:v>4.1699999999999555</c:v>
                </c:pt>
                <c:pt idx="418">
                  <c:v>4.1799999999999553</c:v>
                </c:pt>
                <c:pt idx="419">
                  <c:v>4.1899999999999551</c:v>
                </c:pt>
                <c:pt idx="420">
                  <c:v>4.1999999999999549</c:v>
                </c:pt>
                <c:pt idx="421">
                  <c:v>4.2099999999999547</c:v>
                </c:pt>
                <c:pt idx="422">
                  <c:v>4.2199999999999545</c:v>
                </c:pt>
                <c:pt idx="423">
                  <c:v>4.2299999999999542</c:v>
                </c:pt>
                <c:pt idx="424">
                  <c:v>4.239999999999954</c:v>
                </c:pt>
                <c:pt idx="425">
                  <c:v>4.2499999999999538</c:v>
                </c:pt>
                <c:pt idx="426">
                  <c:v>4.2599999999999536</c:v>
                </c:pt>
                <c:pt idx="427">
                  <c:v>4.2699999999999534</c:v>
                </c:pt>
                <c:pt idx="428">
                  <c:v>4.2799999999999532</c:v>
                </c:pt>
                <c:pt idx="429">
                  <c:v>4.289999999999953</c:v>
                </c:pt>
                <c:pt idx="430">
                  <c:v>4.2999999999999527</c:v>
                </c:pt>
                <c:pt idx="431">
                  <c:v>4.3099999999999525</c:v>
                </c:pt>
                <c:pt idx="432">
                  <c:v>4.3199999999999523</c:v>
                </c:pt>
                <c:pt idx="433">
                  <c:v>4.3299999999999521</c:v>
                </c:pt>
                <c:pt idx="434">
                  <c:v>4.3399999999999519</c:v>
                </c:pt>
                <c:pt idx="435">
                  <c:v>4.3499999999999517</c:v>
                </c:pt>
                <c:pt idx="436">
                  <c:v>4.3599999999999515</c:v>
                </c:pt>
                <c:pt idx="437">
                  <c:v>4.3699999999999513</c:v>
                </c:pt>
                <c:pt idx="438">
                  <c:v>4.379999999999951</c:v>
                </c:pt>
                <c:pt idx="439">
                  <c:v>4.3899999999999508</c:v>
                </c:pt>
                <c:pt idx="440">
                  <c:v>4.3999999999999506</c:v>
                </c:pt>
                <c:pt idx="441">
                  <c:v>4.4099999999999504</c:v>
                </c:pt>
                <c:pt idx="442">
                  <c:v>4.4199999999999502</c:v>
                </c:pt>
                <c:pt idx="443">
                  <c:v>4.42999999999995</c:v>
                </c:pt>
                <c:pt idx="444">
                  <c:v>4.4399999999999498</c:v>
                </c:pt>
                <c:pt idx="445">
                  <c:v>4.4499999999999496</c:v>
                </c:pt>
                <c:pt idx="446">
                  <c:v>4.4599999999999493</c:v>
                </c:pt>
                <c:pt idx="447">
                  <c:v>4.4699999999999491</c:v>
                </c:pt>
                <c:pt idx="448">
                  <c:v>4.4799999999999489</c:v>
                </c:pt>
                <c:pt idx="449">
                  <c:v>4.4899999999999487</c:v>
                </c:pt>
                <c:pt idx="450">
                  <c:v>4.4999999999999485</c:v>
                </c:pt>
                <c:pt idx="451">
                  <c:v>4.5099999999999483</c:v>
                </c:pt>
                <c:pt idx="452">
                  <c:v>4.5199999999999481</c:v>
                </c:pt>
                <c:pt idx="453">
                  <c:v>4.5299999999999478</c:v>
                </c:pt>
                <c:pt idx="454">
                  <c:v>4.5399999999999476</c:v>
                </c:pt>
                <c:pt idx="455">
                  <c:v>4.5499999999999474</c:v>
                </c:pt>
                <c:pt idx="456">
                  <c:v>4.5599999999999472</c:v>
                </c:pt>
                <c:pt idx="457">
                  <c:v>4.569999999999947</c:v>
                </c:pt>
                <c:pt idx="458">
                  <c:v>4.5799999999999468</c:v>
                </c:pt>
                <c:pt idx="459">
                  <c:v>4.5899999999999466</c:v>
                </c:pt>
                <c:pt idx="460">
                  <c:v>4.5999999999999464</c:v>
                </c:pt>
                <c:pt idx="461">
                  <c:v>4.6099999999999461</c:v>
                </c:pt>
                <c:pt idx="462">
                  <c:v>4.6199999999999459</c:v>
                </c:pt>
                <c:pt idx="463">
                  <c:v>4.6299999999999457</c:v>
                </c:pt>
                <c:pt idx="464">
                  <c:v>4.6399999999999455</c:v>
                </c:pt>
                <c:pt idx="465">
                  <c:v>4.6499999999999453</c:v>
                </c:pt>
                <c:pt idx="466">
                  <c:v>4.6599999999999451</c:v>
                </c:pt>
                <c:pt idx="467">
                  <c:v>4.6699999999999449</c:v>
                </c:pt>
                <c:pt idx="468">
                  <c:v>4.6799999999999446</c:v>
                </c:pt>
                <c:pt idx="469">
                  <c:v>4.6899999999999444</c:v>
                </c:pt>
                <c:pt idx="470">
                  <c:v>4.6999999999999442</c:v>
                </c:pt>
                <c:pt idx="471">
                  <c:v>4.709999999999944</c:v>
                </c:pt>
                <c:pt idx="472">
                  <c:v>4.7199999999999438</c:v>
                </c:pt>
                <c:pt idx="473">
                  <c:v>4.7299999999999436</c:v>
                </c:pt>
                <c:pt idx="474">
                  <c:v>4.7399999999999434</c:v>
                </c:pt>
                <c:pt idx="475">
                  <c:v>4.7499999999999432</c:v>
                </c:pt>
                <c:pt idx="476">
                  <c:v>4.7599999999999429</c:v>
                </c:pt>
                <c:pt idx="477">
                  <c:v>4.7699999999999427</c:v>
                </c:pt>
                <c:pt idx="478">
                  <c:v>4.7799999999999425</c:v>
                </c:pt>
                <c:pt idx="479">
                  <c:v>4.7899999999999423</c:v>
                </c:pt>
                <c:pt idx="480">
                  <c:v>4.7999999999999421</c:v>
                </c:pt>
                <c:pt idx="481">
                  <c:v>4.8099999999999419</c:v>
                </c:pt>
                <c:pt idx="482">
                  <c:v>4.8199999999999417</c:v>
                </c:pt>
                <c:pt idx="483">
                  <c:v>4.8299999999999415</c:v>
                </c:pt>
                <c:pt idx="484">
                  <c:v>4.8399999999999412</c:v>
                </c:pt>
                <c:pt idx="485">
                  <c:v>4.849999999999941</c:v>
                </c:pt>
                <c:pt idx="486">
                  <c:v>4.8599999999999408</c:v>
                </c:pt>
                <c:pt idx="487">
                  <c:v>4.8699999999999406</c:v>
                </c:pt>
                <c:pt idx="488">
                  <c:v>4.8799999999999404</c:v>
                </c:pt>
                <c:pt idx="489">
                  <c:v>4.8899999999999402</c:v>
                </c:pt>
                <c:pt idx="490">
                  <c:v>4.89999999999994</c:v>
                </c:pt>
                <c:pt idx="491">
                  <c:v>4.9099999999999397</c:v>
                </c:pt>
                <c:pt idx="492">
                  <c:v>4.9199999999999395</c:v>
                </c:pt>
                <c:pt idx="493">
                  <c:v>4.9299999999999393</c:v>
                </c:pt>
                <c:pt idx="494">
                  <c:v>4.9399999999999391</c:v>
                </c:pt>
                <c:pt idx="495">
                  <c:v>4.9499999999999389</c:v>
                </c:pt>
                <c:pt idx="496">
                  <c:v>4.9599999999999387</c:v>
                </c:pt>
                <c:pt idx="497">
                  <c:v>4.9699999999999385</c:v>
                </c:pt>
                <c:pt idx="498">
                  <c:v>4.9799999999999383</c:v>
                </c:pt>
                <c:pt idx="499">
                  <c:v>4.989999999999938</c:v>
                </c:pt>
                <c:pt idx="500">
                  <c:v>4.9999999999999378</c:v>
                </c:pt>
                <c:pt idx="501">
                  <c:v>5.0099999999999376</c:v>
                </c:pt>
                <c:pt idx="502">
                  <c:v>5.0199999999999374</c:v>
                </c:pt>
                <c:pt idx="503">
                  <c:v>5.0299999999999372</c:v>
                </c:pt>
                <c:pt idx="504">
                  <c:v>5.039999999999937</c:v>
                </c:pt>
                <c:pt idx="505">
                  <c:v>5.0499999999999368</c:v>
                </c:pt>
                <c:pt idx="506">
                  <c:v>5.0599999999999365</c:v>
                </c:pt>
                <c:pt idx="507">
                  <c:v>5.0699999999999363</c:v>
                </c:pt>
                <c:pt idx="508">
                  <c:v>5.0799999999999361</c:v>
                </c:pt>
                <c:pt idx="509">
                  <c:v>5.0899999999999359</c:v>
                </c:pt>
                <c:pt idx="510">
                  <c:v>5.0999999999999357</c:v>
                </c:pt>
                <c:pt idx="511">
                  <c:v>5.1099999999999355</c:v>
                </c:pt>
                <c:pt idx="512">
                  <c:v>5.1199999999999353</c:v>
                </c:pt>
                <c:pt idx="513">
                  <c:v>5.1299999999999351</c:v>
                </c:pt>
                <c:pt idx="514">
                  <c:v>5.1399999999999348</c:v>
                </c:pt>
                <c:pt idx="515">
                  <c:v>5.1499999999999346</c:v>
                </c:pt>
                <c:pt idx="516">
                  <c:v>5.1599999999999344</c:v>
                </c:pt>
                <c:pt idx="517">
                  <c:v>5.1699999999999342</c:v>
                </c:pt>
                <c:pt idx="518">
                  <c:v>5.179999999999934</c:v>
                </c:pt>
                <c:pt idx="519">
                  <c:v>5.1899999999999338</c:v>
                </c:pt>
                <c:pt idx="520">
                  <c:v>5.1999999999999336</c:v>
                </c:pt>
                <c:pt idx="521">
                  <c:v>5.2099999999999334</c:v>
                </c:pt>
                <c:pt idx="522">
                  <c:v>5.2199999999999331</c:v>
                </c:pt>
                <c:pt idx="523">
                  <c:v>5.2299999999999329</c:v>
                </c:pt>
                <c:pt idx="524">
                  <c:v>5.2399999999999327</c:v>
                </c:pt>
                <c:pt idx="525">
                  <c:v>5.2499999999999325</c:v>
                </c:pt>
                <c:pt idx="526">
                  <c:v>5.2599999999999323</c:v>
                </c:pt>
                <c:pt idx="527">
                  <c:v>5.2699999999999321</c:v>
                </c:pt>
                <c:pt idx="528">
                  <c:v>5.2799999999999319</c:v>
                </c:pt>
                <c:pt idx="529">
                  <c:v>5.2899999999999316</c:v>
                </c:pt>
                <c:pt idx="530">
                  <c:v>5.2999999999999314</c:v>
                </c:pt>
                <c:pt idx="531">
                  <c:v>5.3099999999999312</c:v>
                </c:pt>
                <c:pt idx="532">
                  <c:v>5.319999999999931</c:v>
                </c:pt>
                <c:pt idx="533">
                  <c:v>5.3299999999999308</c:v>
                </c:pt>
                <c:pt idx="534">
                  <c:v>5.3399999999999306</c:v>
                </c:pt>
                <c:pt idx="535">
                  <c:v>5.3499999999999304</c:v>
                </c:pt>
                <c:pt idx="536">
                  <c:v>5.3599999999999302</c:v>
                </c:pt>
                <c:pt idx="537">
                  <c:v>5.3699999999999299</c:v>
                </c:pt>
                <c:pt idx="538">
                  <c:v>5.3799999999999297</c:v>
                </c:pt>
                <c:pt idx="539">
                  <c:v>5.3899999999999295</c:v>
                </c:pt>
                <c:pt idx="540">
                  <c:v>5.3999999999999293</c:v>
                </c:pt>
                <c:pt idx="541">
                  <c:v>5.4099999999999291</c:v>
                </c:pt>
                <c:pt idx="542">
                  <c:v>5.4199999999999289</c:v>
                </c:pt>
                <c:pt idx="543">
                  <c:v>5.4299999999999287</c:v>
                </c:pt>
                <c:pt idx="544">
                  <c:v>5.4399999999999284</c:v>
                </c:pt>
                <c:pt idx="545">
                  <c:v>5.4499999999999282</c:v>
                </c:pt>
                <c:pt idx="546">
                  <c:v>5.459999999999928</c:v>
                </c:pt>
                <c:pt idx="547">
                  <c:v>5.4699999999999278</c:v>
                </c:pt>
                <c:pt idx="548">
                  <c:v>5.4799999999999276</c:v>
                </c:pt>
                <c:pt idx="549">
                  <c:v>5.4899999999999274</c:v>
                </c:pt>
                <c:pt idx="550">
                  <c:v>5.4999999999999272</c:v>
                </c:pt>
                <c:pt idx="551">
                  <c:v>5.509999999999927</c:v>
                </c:pt>
                <c:pt idx="552">
                  <c:v>5.5199999999999267</c:v>
                </c:pt>
                <c:pt idx="553">
                  <c:v>5.5299999999999265</c:v>
                </c:pt>
                <c:pt idx="554">
                  <c:v>5.5399999999999263</c:v>
                </c:pt>
                <c:pt idx="555">
                  <c:v>5.5499999999999261</c:v>
                </c:pt>
                <c:pt idx="556">
                  <c:v>5.5599999999999259</c:v>
                </c:pt>
                <c:pt idx="557">
                  <c:v>5.5699999999999257</c:v>
                </c:pt>
                <c:pt idx="558">
                  <c:v>5.5799999999999255</c:v>
                </c:pt>
                <c:pt idx="559">
                  <c:v>5.5899999999999253</c:v>
                </c:pt>
                <c:pt idx="560">
                  <c:v>5.599999999999925</c:v>
                </c:pt>
                <c:pt idx="561">
                  <c:v>5.6099999999999248</c:v>
                </c:pt>
                <c:pt idx="562">
                  <c:v>5.6199999999999246</c:v>
                </c:pt>
                <c:pt idx="563">
                  <c:v>5.6299999999999244</c:v>
                </c:pt>
                <c:pt idx="564">
                  <c:v>5.6399999999999242</c:v>
                </c:pt>
                <c:pt idx="565">
                  <c:v>5.649999999999924</c:v>
                </c:pt>
                <c:pt idx="566">
                  <c:v>5.6599999999999238</c:v>
                </c:pt>
                <c:pt idx="567">
                  <c:v>5.6699999999999235</c:v>
                </c:pt>
                <c:pt idx="568">
                  <c:v>5.6799999999999233</c:v>
                </c:pt>
                <c:pt idx="569">
                  <c:v>5.6899999999999231</c:v>
                </c:pt>
                <c:pt idx="570">
                  <c:v>5.6999999999999229</c:v>
                </c:pt>
                <c:pt idx="571">
                  <c:v>5.7099999999999227</c:v>
                </c:pt>
                <c:pt idx="572">
                  <c:v>5.7199999999999225</c:v>
                </c:pt>
                <c:pt idx="573">
                  <c:v>5.7299999999999223</c:v>
                </c:pt>
                <c:pt idx="574">
                  <c:v>5.7399999999999221</c:v>
                </c:pt>
                <c:pt idx="575">
                  <c:v>5.7499999999999218</c:v>
                </c:pt>
                <c:pt idx="576">
                  <c:v>5.7599999999999216</c:v>
                </c:pt>
                <c:pt idx="577">
                  <c:v>5.7699999999999214</c:v>
                </c:pt>
                <c:pt idx="578">
                  <c:v>5.7799999999999212</c:v>
                </c:pt>
                <c:pt idx="579">
                  <c:v>5.789999999999921</c:v>
                </c:pt>
                <c:pt idx="580">
                  <c:v>5.7999999999999208</c:v>
                </c:pt>
                <c:pt idx="581">
                  <c:v>5.8099999999999206</c:v>
                </c:pt>
                <c:pt idx="582">
                  <c:v>5.8199999999999203</c:v>
                </c:pt>
                <c:pt idx="583">
                  <c:v>5.8299999999999201</c:v>
                </c:pt>
                <c:pt idx="584">
                  <c:v>5.8399999999999199</c:v>
                </c:pt>
                <c:pt idx="585">
                  <c:v>5.8499999999999197</c:v>
                </c:pt>
                <c:pt idx="586">
                  <c:v>5.8599999999999195</c:v>
                </c:pt>
                <c:pt idx="587">
                  <c:v>5.8699999999999193</c:v>
                </c:pt>
                <c:pt idx="588">
                  <c:v>5.8799999999999191</c:v>
                </c:pt>
                <c:pt idx="589">
                  <c:v>5.8899999999999189</c:v>
                </c:pt>
                <c:pt idx="590">
                  <c:v>5.8999999999999186</c:v>
                </c:pt>
                <c:pt idx="591">
                  <c:v>5.9099999999999184</c:v>
                </c:pt>
                <c:pt idx="592">
                  <c:v>5.9199999999999182</c:v>
                </c:pt>
                <c:pt idx="593">
                  <c:v>5.929999999999918</c:v>
                </c:pt>
                <c:pt idx="594">
                  <c:v>5.9399999999999178</c:v>
                </c:pt>
                <c:pt idx="595">
                  <c:v>5.9499999999999176</c:v>
                </c:pt>
                <c:pt idx="596">
                  <c:v>5.9599999999999174</c:v>
                </c:pt>
                <c:pt idx="597">
                  <c:v>5.9699999999999172</c:v>
                </c:pt>
                <c:pt idx="598">
                  <c:v>5.9799999999999169</c:v>
                </c:pt>
                <c:pt idx="599">
                  <c:v>5.9899999999999167</c:v>
                </c:pt>
                <c:pt idx="600">
                  <c:v>5.9999999999999165</c:v>
                </c:pt>
                <c:pt idx="601">
                  <c:v>6.0099999999999163</c:v>
                </c:pt>
                <c:pt idx="602">
                  <c:v>6.0199999999999161</c:v>
                </c:pt>
                <c:pt idx="603">
                  <c:v>6.0299999999999159</c:v>
                </c:pt>
                <c:pt idx="604">
                  <c:v>6.0399999999999157</c:v>
                </c:pt>
                <c:pt idx="605">
                  <c:v>6.0499999999999154</c:v>
                </c:pt>
                <c:pt idx="606">
                  <c:v>6.0599999999999152</c:v>
                </c:pt>
                <c:pt idx="607">
                  <c:v>6.069999999999915</c:v>
                </c:pt>
                <c:pt idx="608">
                  <c:v>6.0799999999999148</c:v>
                </c:pt>
                <c:pt idx="609">
                  <c:v>6.0899999999999146</c:v>
                </c:pt>
                <c:pt idx="610">
                  <c:v>6.0999999999999144</c:v>
                </c:pt>
                <c:pt idx="611">
                  <c:v>6.1099999999999142</c:v>
                </c:pt>
                <c:pt idx="612">
                  <c:v>6.119999999999914</c:v>
                </c:pt>
                <c:pt idx="613">
                  <c:v>6.1299999999999137</c:v>
                </c:pt>
                <c:pt idx="614">
                  <c:v>6.1399999999999135</c:v>
                </c:pt>
                <c:pt idx="615">
                  <c:v>6.1499999999999133</c:v>
                </c:pt>
                <c:pt idx="616">
                  <c:v>6.1599999999999131</c:v>
                </c:pt>
                <c:pt idx="617">
                  <c:v>6.1699999999999129</c:v>
                </c:pt>
                <c:pt idx="618">
                  <c:v>6.1799999999999127</c:v>
                </c:pt>
                <c:pt idx="619">
                  <c:v>6.1899999999999125</c:v>
                </c:pt>
                <c:pt idx="620">
                  <c:v>6.1999999999999122</c:v>
                </c:pt>
                <c:pt idx="621">
                  <c:v>6.209999999999912</c:v>
                </c:pt>
                <c:pt idx="622">
                  <c:v>6.2199999999999118</c:v>
                </c:pt>
                <c:pt idx="623">
                  <c:v>6.2299999999999116</c:v>
                </c:pt>
                <c:pt idx="624">
                  <c:v>6.2399999999999114</c:v>
                </c:pt>
                <c:pt idx="625">
                  <c:v>6.2499999999999112</c:v>
                </c:pt>
                <c:pt idx="626">
                  <c:v>6.259999999999911</c:v>
                </c:pt>
                <c:pt idx="627">
                  <c:v>6.2699999999999108</c:v>
                </c:pt>
                <c:pt idx="628">
                  <c:v>6.2799999999999105</c:v>
                </c:pt>
                <c:pt idx="629">
                  <c:v>6.2899999999999103</c:v>
                </c:pt>
                <c:pt idx="630">
                  <c:v>6.2999999999999101</c:v>
                </c:pt>
                <c:pt idx="631">
                  <c:v>6.3099999999999099</c:v>
                </c:pt>
                <c:pt idx="632">
                  <c:v>6.3199999999999097</c:v>
                </c:pt>
                <c:pt idx="633">
                  <c:v>6.3299999999999095</c:v>
                </c:pt>
                <c:pt idx="634">
                  <c:v>6.3399999999999093</c:v>
                </c:pt>
                <c:pt idx="635">
                  <c:v>6.3499999999999091</c:v>
                </c:pt>
                <c:pt idx="636">
                  <c:v>6.3599999999999088</c:v>
                </c:pt>
                <c:pt idx="637">
                  <c:v>6.3699999999999086</c:v>
                </c:pt>
                <c:pt idx="638">
                  <c:v>6.3799999999999084</c:v>
                </c:pt>
                <c:pt idx="639">
                  <c:v>6.3899999999999082</c:v>
                </c:pt>
                <c:pt idx="640">
                  <c:v>6.399999999999908</c:v>
                </c:pt>
                <c:pt idx="641">
                  <c:v>6.4099999999999078</c:v>
                </c:pt>
                <c:pt idx="642">
                  <c:v>6.4199999999999076</c:v>
                </c:pt>
                <c:pt idx="643">
                  <c:v>6.4299999999999073</c:v>
                </c:pt>
                <c:pt idx="644">
                  <c:v>6.4399999999999071</c:v>
                </c:pt>
                <c:pt idx="645">
                  <c:v>6.4499999999999069</c:v>
                </c:pt>
                <c:pt idx="646">
                  <c:v>6.4599999999999067</c:v>
                </c:pt>
                <c:pt idx="647">
                  <c:v>6.4699999999999065</c:v>
                </c:pt>
                <c:pt idx="648">
                  <c:v>6.4799999999999063</c:v>
                </c:pt>
                <c:pt idx="649">
                  <c:v>6.4899999999999061</c:v>
                </c:pt>
                <c:pt idx="650">
                  <c:v>6.4999999999999059</c:v>
                </c:pt>
                <c:pt idx="651">
                  <c:v>6.5099999999999056</c:v>
                </c:pt>
                <c:pt idx="652">
                  <c:v>6.5199999999999054</c:v>
                </c:pt>
                <c:pt idx="653">
                  <c:v>6.5299999999999052</c:v>
                </c:pt>
                <c:pt idx="654">
                  <c:v>6.539999999999905</c:v>
                </c:pt>
                <c:pt idx="655">
                  <c:v>6.5499999999999048</c:v>
                </c:pt>
                <c:pt idx="656">
                  <c:v>6.5599999999999046</c:v>
                </c:pt>
                <c:pt idx="657">
                  <c:v>6.5699999999999044</c:v>
                </c:pt>
                <c:pt idx="658">
                  <c:v>6.5799999999999041</c:v>
                </c:pt>
                <c:pt idx="659">
                  <c:v>6.5899999999999039</c:v>
                </c:pt>
                <c:pt idx="660">
                  <c:v>6.5999999999999037</c:v>
                </c:pt>
                <c:pt idx="661">
                  <c:v>6.6099999999999035</c:v>
                </c:pt>
                <c:pt idx="662">
                  <c:v>6.6199999999999033</c:v>
                </c:pt>
                <c:pt idx="663">
                  <c:v>6.6299999999999031</c:v>
                </c:pt>
                <c:pt idx="664">
                  <c:v>6.6399999999999029</c:v>
                </c:pt>
                <c:pt idx="665">
                  <c:v>6.6499999999999027</c:v>
                </c:pt>
                <c:pt idx="666">
                  <c:v>6.6599999999999024</c:v>
                </c:pt>
                <c:pt idx="667">
                  <c:v>6.6699999999999022</c:v>
                </c:pt>
                <c:pt idx="668">
                  <c:v>6.679999999999902</c:v>
                </c:pt>
                <c:pt idx="669">
                  <c:v>6.6899999999999018</c:v>
                </c:pt>
                <c:pt idx="670">
                  <c:v>6.6999999999999016</c:v>
                </c:pt>
                <c:pt idx="671">
                  <c:v>6.7099999999999014</c:v>
                </c:pt>
                <c:pt idx="672">
                  <c:v>6.7199999999999012</c:v>
                </c:pt>
                <c:pt idx="673">
                  <c:v>6.729999999999901</c:v>
                </c:pt>
                <c:pt idx="674">
                  <c:v>6.7399999999999007</c:v>
                </c:pt>
                <c:pt idx="675">
                  <c:v>6.7499999999999005</c:v>
                </c:pt>
                <c:pt idx="676">
                  <c:v>6.7599999999999003</c:v>
                </c:pt>
                <c:pt idx="677">
                  <c:v>6.7699999999999001</c:v>
                </c:pt>
                <c:pt idx="678">
                  <c:v>6.7799999999998999</c:v>
                </c:pt>
                <c:pt idx="679">
                  <c:v>6.7899999999998997</c:v>
                </c:pt>
                <c:pt idx="680">
                  <c:v>6.7999999999998995</c:v>
                </c:pt>
                <c:pt idx="681">
                  <c:v>6.8099999999998992</c:v>
                </c:pt>
                <c:pt idx="682">
                  <c:v>6.819999999999899</c:v>
                </c:pt>
                <c:pt idx="683">
                  <c:v>6.8299999999998988</c:v>
                </c:pt>
                <c:pt idx="684">
                  <c:v>6.8399999999998986</c:v>
                </c:pt>
                <c:pt idx="685">
                  <c:v>6.8499999999998984</c:v>
                </c:pt>
                <c:pt idx="686">
                  <c:v>6.8599999999998982</c:v>
                </c:pt>
                <c:pt idx="687">
                  <c:v>6.869999999999898</c:v>
                </c:pt>
                <c:pt idx="688">
                  <c:v>6.8799999999998978</c:v>
                </c:pt>
                <c:pt idx="689">
                  <c:v>6.8899999999998975</c:v>
                </c:pt>
                <c:pt idx="690">
                  <c:v>6.8999999999998973</c:v>
                </c:pt>
                <c:pt idx="691">
                  <c:v>6.9099999999998971</c:v>
                </c:pt>
                <c:pt idx="692">
                  <c:v>6.9199999999998969</c:v>
                </c:pt>
                <c:pt idx="693">
                  <c:v>6.9299999999998967</c:v>
                </c:pt>
                <c:pt idx="694">
                  <c:v>6.9399999999998965</c:v>
                </c:pt>
                <c:pt idx="695">
                  <c:v>6.9499999999998963</c:v>
                </c:pt>
                <c:pt idx="696">
                  <c:v>6.959999999999896</c:v>
                </c:pt>
                <c:pt idx="697">
                  <c:v>6.9699999999998958</c:v>
                </c:pt>
                <c:pt idx="698">
                  <c:v>6.9799999999998956</c:v>
                </c:pt>
                <c:pt idx="699">
                  <c:v>6.9899999999998954</c:v>
                </c:pt>
                <c:pt idx="700">
                  <c:v>6.9999999999998952</c:v>
                </c:pt>
                <c:pt idx="701">
                  <c:v>7.009999999999895</c:v>
                </c:pt>
                <c:pt idx="702">
                  <c:v>7.0199999999998948</c:v>
                </c:pt>
                <c:pt idx="703">
                  <c:v>7.0299999999998946</c:v>
                </c:pt>
                <c:pt idx="704">
                  <c:v>7.0399999999998943</c:v>
                </c:pt>
                <c:pt idx="705">
                  <c:v>7.0499999999998941</c:v>
                </c:pt>
                <c:pt idx="706">
                  <c:v>7.0599999999998939</c:v>
                </c:pt>
                <c:pt idx="707">
                  <c:v>7.0699999999998937</c:v>
                </c:pt>
                <c:pt idx="708">
                  <c:v>7.0799999999998935</c:v>
                </c:pt>
                <c:pt idx="709">
                  <c:v>7.0899999999998933</c:v>
                </c:pt>
                <c:pt idx="710">
                  <c:v>7.0999999999998931</c:v>
                </c:pt>
                <c:pt idx="711">
                  <c:v>7.1099999999998929</c:v>
                </c:pt>
                <c:pt idx="712">
                  <c:v>7.1199999999998926</c:v>
                </c:pt>
                <c:pt idx="713">
                  <c:v>7.1299999999998924</c:v>
                </c:pt>
                <c:pt idx="714">
                  <c:v>7.1399999999998922</c:v>
                </c:pt>
                <c:pt idx="715">
                  <c:v>7.149999999999892</c:v>
                </c:pt>
                <c:pt idx="716">
                  <c:v>7.1599999999998918</c:v>
                </c:pt>
                <c:pt idx="717">
                  <c:v>7.1699999999998916</c:v>
                </c:pt>
                <c:pt idx="718">
                  <c:v>7.1799999999998914</c:v>
                </c:pt>
                <c:pt idx="719">
                  <c:v>7.1899999999998911</c:v>
                </c:pt>
                <c:pt idx="720">
                  <c:v>7.1999999999998909</c:v>
                </c:pt>
                <c:pt idx="721">
                  <c:v>7.2099999999998907</c:v>
                </c:pt>
                <c:pt idx="722">
                  <c:v>7.2199999999998905</c:v>
                </c:pt>
                <c:pt idx="723">
                  <c:v>7.2299999999998903</c:v>
                </c:pt>
                <c:pt idx="724">
                  <c:v>7.2399999999998901</c:v>
                </c:pt>
                <c:pt idx="725">
                  <c:v>7.2499999999998899</c:v>
                </c:pt>
                <c:pt idx="726">
                  <c:v>7.2599999999998897</c:v>
                </c:pt>
                <c:pt idx="727">
                  <c:v>7.2699999999998894</c:v>
                </c:pt>
                <c:pt idx="728">
                  <c:v>7.2799999999998892</c:v>
                </c:pt>
                <c:pt idx="729">
                  <c:v>7.289999999999889</c:v>
                </c:pt>
                <c:pt idx="730">
                  <c:v>7.2999999999998888</c:v>
                </c:pt>
                <c:pt idx="731">
                  <c:v>7.3099999999998886</c:v>
                </c:pt>
                <c:pt idx="732">
                  <c:v>7.3199999999998884</c:v>
                </c:pt>
                <c:pt idx="733">
                  <c:v>7.3299999999998882</c:v>
                </c:pt>
                <c:pt idx="734">
                  <c:v>7.3399999999998879</c:v>
                </c:pt>
                <c:pt idx="735">
                  <c:v>7.3499999999998877</c:v>
                </c:pt>
                <c:pt idx="736">
                  <c:v>7.3599999999998875</c:v>
                </c:pt>
                <c:pt idx="737">
                  <c:v>7.3699999999998873</c:v>
                </c:pt>
                <c:pt idx="738">
                  <c:v>7.3799999999998871</c:v>
                </c:pt>
                <c:pt idx="739">
                  <c:v>7.3899999999998869</c:v>
                </c:pt>
                <c:pt idx="740">
                  <c:v>7.3999999999998867</c:v>
                </c:pt>
                <c:pt idx="741">
                  <c:v>7.4099999999998865</c:v>
                </c:pt>
                <c:pt idx="742">
                  <c:v>7.4199999999998862</c:v>
                </c:pt>
                <c:pt idx="743">
                  <c:v>7.429999999999886</c:v>
                </c:pt>
                <c:pt idx="744">
                  <c:v>7.4399999999998858</c:v>
                </c:pt>
                <c:pt idx="745">
                  <c:v>7.4499999999998856</c:v>
                </c:pt>
                <c:pt idx="746">
                  <c:v>7.4599999999998854</c:v>
                </c:pt>
                <c:pt idx="747">
                  <c:v>7.4699999999998852</c:v>
                </c:pt>
                <c:pt idx="748">
                  <c:v>7.479999999999885</c:v>
                </c:pt>
                <c:pt idx="749">
                  <c:v>7.4899999999998847</c:v>
                </c:pt>
                <c:pt idx="750">
                  <c:v>7.4999999999998845</c:v>
                </c:pt>
                <c:pt idx="751">
                  <c:v>7.5099999999998843</c:v>
                </c:pt>
                <c:pt idx="752">
                  <c:v>7.5199999999998841</c:v>
                </c:pt>
                <c:pt idx="753">
                  <c:v>7.5299999999998839</c:v>
                </c:pt>
                <c:pt idx="754">
                  <c:v>7.5399999999998837</c:v>
                </c:pt>
                <c:pt idx="755">
                  <c:v>7.5499999999998835</c:v>
                </c:pt>
                <c:pt idx="756">
                  <c:v>7.5599999999998833</c:v>
                </c:pt>
                <c:pt idx="757">
                  <c:v>7.569999999999883</c:v>
                </c:pt>
                <c:pt idx="758">
                  <c:v>7.5799999999998828</c:v>
                </c:pt>
                <c:pt idx="759">
                  <c:v>7.5899999999998826</c:v>
                </c:pt>
                <c:pt idx="760">
                  <c:v>7.5999999999998824</c:v>
                </c:pt>
                <c:pt idx="761">
                  <c:v>7.6099999999998822</c:v>
                </c:pt>
                <c:pt idx="762">
                  <c:v>7.619999999999882</c:v>
                </c:pt>
                <c:pt idx="763">
                  <c:v>7.6299999999998818</c:v>
                </c:pt>
                <c:pt idx="764">
                  <c:v>7.6399999999998816</c:v>
                </c:pt>
                <c:pt idx="765">
                  <c:v>7.6499999999998813</c:v>
                </c:pt>
                <c:pt idx="766">
                  <c:v>7.6599999999998811</c:v>
                </c:pt>
                <c:pt idx="767">
                  <c:v>7.6699999999998809</c:v>
                </c:pt>
                <c:pt idx="768">
                  <c:v>7.6799999999998807</c:v>
                </c:pt>
                <c:pt idx="769">
                  <c:v>7.6899999999998805</c:v>
                </c:pt>
                <c:pt idx="770">
                  <c:v>7.6999999999998803</c:v>
                </c:pt>
                <c:pt idx="771">
                  <c:v>7.7099999999998801</c:v>
                </c:pt>
                <c:pt idx="772">
                  <c:v>7.7199999999998798</c:v>
                </c:pt>
                <c:pt idx="773">
                  <c:v>7.7299999999998796</c:v>
                </c:pt>
                <c:pt idx="774">
                  <c:v>7.7399999999998794</c:v>
                </c:pt>
                <c:pt idx="775">
                  <c:v>7.7499999999998792</c:v>
                </c:pt>
                <c:pt idx="776">
                  <c:v>7.759999999999879</c:v>
                </c:pt>
                <c:pt idx="777">
                  <c:v>7.7699999999998788</c:v>
                </c:pt>
                <c:pt idx="778">
                  <c:v>7.7799999999998786</c:v>
                </c:pt>
                <c:pt idx="779">
                  <c:v>7.7899999999998784</c:v>
                </c:pt>
                <c:pt idx="780">
                  <c:v>7.7999999999998781</c:v>
                </c:pt>
                <c:pt idx="781">
                  <c:v>7.8099999999998779</c:v>
                </c:pt>
                <c:pt idx="782">
                  <c:v>7.8199999999998777</c:v>
                </c:pt>
                <c:pt idx="783">
                  <c:v>7.8299999999998775</c:v>
                </c:pt>
                <c:pt idx="784">
                  <c:v>7.8399999999998773</c:v>
                </c:pt>
                <c:pt idx="785">
                  <c:v>7.8499999999998771</c:v>
                </c:pt>
                <c:pt idx="786">
                  <c:v>7.8599999999998769</c:v>
                </c:pt>
                <c:pt idx="787">
                  <c:v>7.8699999999998766</c:v>
                </c:pt>
                <c:pt idx="788">
                  <c:v>7.8799999999998764</c:v>
                </c:pt>
                <c:pt idx="789">
                  <c:v>7.8899999999998762</c:v>
                </c:pt>
                <c:pt idx="790">
                  <c:v>7.899999999999876</c:v>
                </c:pt>
                <c:pt idx="791">
                  <c:v>7.9099999999998758</c:v>
                </c:pt>
                <c:pt idx="792">
                  <c:v>7.9199999999998756</c:v>
                </c:pt>
                <c:pt idx="793">
                  <c:v>7.9299999999998754</c:v>
                </c:pt>
                <c:pt idx="794">
                  <c:v>7.9399999999998752</c:v>
                </c:pt>
                <c:pt idx="795">
                  <c:v>7.9499999999998749</c:v>
                </c:pt>
                <c:pt idx="796">
                  <c:v>7.9599999999998747</c:v>
                </c:pt>
                <c:pt idx="797">
                  <c:v>7.9699999999998745</c:v>
                </c:pt>
                <c:pt idx="798">
                  <c:v>7.9799999999998743</c:v>
                </c:pt>
                <c:pt idx="799">
                  <c:v>7.9899999999998741</c:v>
                </c:pt>
                <c:pt idx="800">
                  <c:v>7.9999999999998739</c:v>
                </c:pt>
              </c:numCache>
            </c:numRef>
          </c:xVal>
          <c:yVal>
            <c:numRef>
              <c:f>Sheet2!$X$2:$X$802</c:f>
              <c:numCache>
                <c:formatCode>General</c:formatCode>
                <c:ptCount val="80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  <c:pt idx="100">
                  <c:v>0</c:v>
                </c:pt>
                <c:pt idx="101">
                  <c:v>-2.9150357524131446E-13</c:v>
                </c:pt>
                <c:pt idx="102">
                  <c:v>-3.47139809111493E-2</c:v>
                </c:pt>
                <c:pt idx="103">
                  <c:v>-6.9575475352875532E-2</c:v>
                </c:pt>
                <c:pt idx="104">
                  <c:v>-0.10452371371137338</c:v>
                </c:pt>
                <c:pt idx="105">
                  <c:v>-0.13949740724025858</c:v>
                </c:pt>
                <c:pt idx="106">
                  <c:v>-0.17443485333428563</c:v>
                </c:pt>
                <c:pt idx="107">
                  <c:v>-0.20927404216827963</c:v>
                </c:pt>
                <c:pt idx="108">
                  <c:v>-0.24395276452121234</c:v>
                </c:pt>
                <c:pt idx="109">
                  <c:v>-0.27840872060180238</c:v>
                </c:pt>
                <c:pt idx="110">
                  <c:v>-0.31257962968920494</c:v>
                </c:pt>
                <c:pt idx="111">
                  <c:v>-0.34640334039984771</c:v>
                </c:pt>
                <c:pt idx="112">
                  <c:v>-0.37981794138905139</c:v>
                </c:pt>
                <c:pt idx="113">
                  <c:v>-0.41276187229432981</c:v>
                </c:pt>
                <c:pt idx="114">
                  <c:v>-0.44517403472561545</c:v>
                </c:pt>
                <c:pt idx="115">
                  <c:v>-0.47699390310632428</c:v>
                </c:pt>
                <c:pt idx="116">
                  <c:v>-0.50816163516840795</c:v>
                </c:pt>
                <c:pt idx="117">
                  <c:v>-0.53861818190381894</c:v>
                </c:pt>
                <c:pt idx="118">
                  <c:v>-0.56830539677466674</c:v>
                </c:pt>
                <c:pt idx="119">
                  <c:v>-0.59716614398450873</c:v>
                </c:pt>
                <c:pt idx="120">
                  <c:v>-0.62514440561353846</c:v>
                </c:pt>
                <c:pt idx="121">
                  <c:v>-0.65218538742141308</c:v>
                </c:pt>
                <c:pt idx="122">
                  <c:v>-0.67823562312257624</c:v>
                </c:pt>
                <c:pt idx="123">
                  <c:v>-0.70324307694042409</c:v>
                </c:pt>
                <c:pt idx="124">
                  <c:v>-0.72715724424859196</c:v>
                </c:pt>
                <c:pt idx="125">
                  <c:v>-0.74992925010987965</c:v>
                </c:pt>
                <c:pt idx="126">
                  <c:v>-0.77151194552581537</c:v>
                </c:pt>
                <c:pt idx="127">
                  <c:v>-0.79186000121294153</c:v>
                </c:pt>
                <c:pt idx="128">
                  <c:v>-0.81092999872499449</c:v>
                </c:pt>
                <c:pt idx="129">
                  <c:v>-0.82868051874389337</c:v>
                </c:pt>
                <c:pt idx="130">
                  <c:v>-0.84507222636634516</c:v>
                </c:pt>
                <c:pt idx="131">
                  <c:v>-0.8600679532171196</c:v>
                </c:pt>
                <c:pt idx="132">
                  <c:v>-0.87363277622468116</c:v>
                </c:pt>
                <c:pt idx="133">
                  <c:v>-0.885734092899779</c:v>
                </c:pt>
                <c:pt idx="134">
                  <c:v>-0.8963416929627841</c:v>
                </c:pt>
                <c:pt idx="135">
                  <c:v>-0.90542782617113204</c:v>
                </c:pt>
                <c:pt idx="136">
                  <c:v>-0.91296726620404989</c:v>
                </c:pt>
                <c:pt idx="137">
                  <c:v>-0.91893737046782531</c:v>
                </c:pt>
                <c:pt idx="138">
                  <c:v>-0.92331813569131838</c:v>
                </c:pt>
                <c:pt idx="139">
                  <c:v>-0.92609224918804012</c:v>
                </c:pt>
                <c:pt idx="140">
                  <c:v>-0.92724513566806033</c:v>
                </c:pt>
                <c:pt idx="141">
                  <c:v>-0.92676499949016622</c:v>
                </c:pt>
                <c:pt idx="142">
                  <c:v>-0.92464286225210368</c:v>
                </c:pt>
                <c:pt idx="143">
                  <c:v>-0.92087259562436929</c:v>
                </c:pt>
                <c:pt idx="144">
                  <c:v>-0.91545094934083904</c:v>
                </c:pt>
                <c:pt idx="145">
                  <c:v>-0.90837757426760546</c:v>
                </c:pt>
                <c:pt idx="146">
                  <c:v>-0.899655040479588</c:v>
                </c:pt>
                <c:pt idx="147">
                  <c:v>-0.88928885028290139</c:v>
                </c:pt>
                <c:pt idx="148">
                  <c:v>-0.8772874461295449</c:v>
                </c:pt>
                <c:pt idx="149">
                  <c:v>-0.86366221337966853</c:v>
                </c:pt>
                <c:pt idx="150">
                  <c:v>-0.84842747787551487</c:v>
                </c:pt>
                <c:pt idx="151">
                  <c:v>-0.83160049830013605</c:v>
                </c:pt>
                <c:pt idx="152">
                  <c:v>-0.81320145330295768</c:v>
                </c:pt>
                <c:pt idx="153">
                  <c:v>-0.79325342338353055</c:v>
                </c:pt>
                <c:pt idx="154">
                  <c:v>-0.77178236753392981</c:v>
                </c:pt>
                <c:pt idx="155">
                  <c:v>-0.74881709464956303</c:v>
                </c:pt>
                <c:pt idx="156">
                  <c:v>-0.72438922972749453</c:v>
                </c:pt>
                <c:pt idx="157">
                  <c:v>-0.69853317488069</c:v>
                </c:pt>
                <c:pt idx="158">
                  <c:v>-0.6712860652059105</c:v>
                </c:pt>
                <c:pt idx="159">
                  <c:v>-0.64268771955237558</c:v>
                </c:pt>
                <c:pt idx="160">
                  <c:v>-0.61278058624758158</c:v>
                </c:pt>
                <c:pt idx="161">
                  <c:v>-0.5816096838458461</c:v>
                </c:pt>
                <c:pt idx="162">
                  <c:v>-0.5492225369745426</c:v>
                </c:pt>
                <c:pt idx="163">
                  <c:v>-0.51566910736186544</c:v>
                </c:pt>
                <c:pt idx="164">
                  <c:v>-0.48100172013919851</c:v>
                </c:pt>
                <c:pt idx="165">
                  <c:v>-0.44527498551996725</c:v>
                </c:pt>
                <c:pt idx="166">
                  <c:v>-0.40854571596563971</c:v>
                </c:pt>
                <c:pt idx="167">
                  <c:v>-0.37087283895827533</c:v>
                </c:pt>
                <c:pt idx="168">
                  <c:v>-0.33231730550744765</c:v>
                </c:pt>
                <c:pt idx="169">
                  <c:v>-0.29294199452760877</c:v>
                </c:pt>
                <c:pt idx="170">
                  <c:v>-0.25281161323029</c:v>
                </c:pt>
                <c:pt idx="171">
                  <c:v>-0.2119925936832488</c:v>
                </c:pt>
                <c:pt idx="172">
                  <c:v>-0.17055298569643021</c:v>
                </c:pt>
                <c:pt idx="173">
                  <c:v>-0.12856234620214416</c:v>
                </c:pt>
                <c:pt idx="174">
                  <c:v>-8.6091625303975003E-2</c:v>
                </c:pt>
                <c:pt idx="175">
                  <c:v>-4.3213049175874797E-2</c:v>
                </c:pt>
                <c:pt idx="176">
                  <c:v>2.9506307805177055E-13</c:v>
                </c:pt>
                <c:pt idx="177">
                  <c:v>4.3473106864412664E-2</c:v>
                </c:pt>
                <c:pt idx="178">
                  <c:v>8.7130948274182607E-2</c:v>
                </c:pt>
                <c:pt idx="179">
                  <c:v>0.13089742106141722</c:v>
                </c:pt>
                <c:pt idx="180">
                  <c:v>0.17469577193677258</c:v>
                </c:pt>
                <c:pt idx="181">
                  <c:v>0.21844872932605153</c:v>
                </c:pt>
                <c:pt idx="182">
                  <c:v>0.26207863691656036</c:v>
                </c:pt>
                <c:pt idx="183">
                  <c:v>0.30550758868764899</c:v>
                </c:pt>
                <c:pt idx="184">
                  <c:v>0.34865756519548158</c:v>
                </c:pt>
                <c:pt idx="185">
                  <c:v>0.39145057087856361</c:v>
                </c:pt>
                <c:pt idx="186">
                  <c:v>0.43380877214740782</c:v>
                </c:pt>
                <c:pt idx="187">
                  <c:v>0.47565463601867197</c:v>
                </c:pt>
                <c:pt idx="188">
                  <c:v>0.51691106905200856</c:v>
                </c:pt>
                <c:pt idx="189">
                  <c:v>0.55750155634560916</c:v>
                </c:pt>
                <c:pt idx="190">
                  <c:v>0.59735030034500736</c:v>
                </c:pt>
                <c:pt idx="191">
                  <c:v>0.63638235921853759</c:v>
                </c:pt>
                <c:pt idx="192">
                  <c:v>0.67452378455205042</c:v>
                </c:pt>
                <c:pt idx="193">
                  <c:v>0.7117017581152868</c:v>
                </c:pt>
                <c:pt idx="194">
                  <c:v>0.74784472745244446</c:v>
                </c:pt>
                <c:pt idx="195">
                  <c:v>0.78288254005003954</c:v>
                </c:pt>
                <c:pt idx="196">
                  <c:v>0.81674657583617383</c:v>
                </c:pt>
                <c:pt idx="197">
                  <c:v>0.84936987776689732</c:v>
                </c:pt>
                <c:pt idx="198">
                  <c:v>0.88068728025710663</c:v>
                </c:pt>
                <c:pt idx="199">
                  <c:v>0.91063553521594276</c:v>
                </c:pt>
                <c:pt idx="200">
                  <c:v>0.93915343544928531</c:v>
                </c:pt>
                <c:pt idx="201">
                  <c:v>0.96618193519531648</c:v>
                </c:pt>
                <c:pt idx="202">
                  <c:v>0.99166426756264414</c:v>
                </c:pt>
                <c:pt idx="203">
                  <c:v>1.0155460586447114</c:v>
                </c:pt>
                <c:pt idx="204">
                  <c:v>1.0377754380886013</c:v>
                </c:pt>
                <c:pt idx="205">
                  <c:v>1.0583031459013774</c:v>
                </c:pt>
                <c:pt idx="206">
                  <c:v>1.0770826352824119</c:v>
                </c:pt>
                <c:pt idx="207">
                  <c:v>1.0940701712759062</c:v>
                </c:pt>
                <c:pt idx="208">
                  <c:v>1.1092249250439663</c:v>
                </c:pt>
                <c:pt idx="209">
                  <c:v>1.1225090635671482</c:v>
                </c:pt>
                <c:pt idx="210">
                  <c:v>1.1338878345863106</c:v>
                </c:pt>
                <c:pt idx="211">
                  <c:v>1.1433296466069029</c:v>
                </c:pt>
                <c:pt idx="212">
                  <c:v>1.1508061437944661</c:v>
                </c:pt>
                <c:pt idx="213">
                  <c:v>1.1562922755981531</c:v>
                </c:pt>
                <c:pt idx="214">
                  <c:v>1.1597663609473954</c:v>
                </c:pt>
                <c:pt idx="215">
                  <c:v>1.1612101468755185</c:v>
                </c:pt>
                <c:pt idx="216">
                  <c:v>1.160608861433079</c:v>
                </c:pt>
                <c:pt idx="217">
                  <c:v>1.1579512607629803</c:v>
                </c:pt>
                <c:pt idx="218">
                  <c:v>1.1532296702189717</c:v>
                </c:pt>
                <c:pt idx="219">
                  <c:v>1.1464400194189532</c:v>
                </c:pt>
                <c:pt idx="220">
                  <c:v>1.1375818711346006</c:v>
                </c:pt>
                <c:pt idx="221">
                  <c:v>1.1266584439291185</c:v>
                </c:pt>
                <c:pt idx="222">
                  <c:v>1.1136766284654447</c:v>
                </c:pt>
                <c:pt idx="223">
                  <c:v>1.0986469974180015</c:v>
                </c:pt>
                <c:pt idx="224">
                  <c:v>1.0815838089319314</c:v>
                </c:pt>
                <c:pt idx="225">
                  <c:v>1.0625050035849122</c:v>
                </c:pt>
                <c:pt idx="226">
                  <c:v>1.0414321948177701</c:v>
                </c:pt>
                <c:pt idx="227">
                  <c:v>1.0183906528115705</c:v>
                </c:pt>
                <c:pt idx="228">
                  <c:v>0.99340928180020249</c:v>
                </c:pt>
                <c:pt idx="229">
                  <c:v>0.96652059081912389</c:v>
                </c:pt>
                <c:pt idx="230">
                  <c:v>0.93776065790248642</c:v>
                </c:pt>
                <c:pt idx="231">
                  <c:v>0.90716908775251925</c:v>
                </c:pt>
                <c:pt idx="232">
                  <c:v>0.87478896291676578</c:v>
                </c:pt>
                <c:pt idx="233">
                  <c:v>0.84066678852046806</c:v>
                </c:pt>
                <c:pt idx="234">
                  <c:v>0.80485243061304534</c:v>
                </c:pt>
                <c:pt idx="235">
                  <c:v>0.76739904819927618</c:v>
                </c:pt>
                <c:pt idx="236">
                  <c:v>0.72836301903738931</c:v>
                </c:pt>
                <c:pt idx="237">
                  <c:v>0.68780385929781251</c:v>
                </c:pt>
                <c:pt idx="238">
                  <c:v>0.64578413718771066</c:v>
                </c:pt>
                <c:pt idx="239">
                  <c:v>0.60236938065775136</c:v>
                </c:pt>
                <c:pt idx="240">
                  <c:v>0.55762797931873165</c:v>
                </c:pt>
                <c:pt idx="241">
                  <c:v>0.51163108070671104</c:v>
                </c:pt>
                <c:pt idx="242">
                  <c:v>0.46445248104609232</c:v>
                </c:pt>
                <c:pt idx="243">
                  <c:v>0.41616851067072735</c:v>
                </c:pt>
                <c:pt idx="244">
                  <c:v>0.36685791427355763</c:v>
                </c:pt>
                <c:pt idx="245">
                  <c:v>0.31660172616548576</c:v>
                </c:pt>
                <c:pt idx="246">
                  <c:v>0.26548314073404755</c:v>
                </c:pt>
                <c:pt idx="247">
                  <c:v>0.21358737830206556</c:v>
                </c:pt>
                <c:pt idx="248">
                  <c:v>0.16100154659595339</c:v>
                </c:pt>
                <c:pt idx="249">
                  <c:v>0.10781449804212796</c:v>
                </c:pt>
                <c:pt idx="250">
                  <c:v>5.4116683118955788E-2</c:v>
                </c:pt>
                <c:pt idx="251">
                  <c:v>-2.8185978154254769E-13</c:v>
                </c:pt>
                <c:pt idx="252">
                  <c:v>-5.4442359269652359E-2</c:v>
                </c:pt>
                <c:pt idx="253">
                  <c:v>-0.10911606580700881</c:v>
                </c:pt>
                <c:pt idx="254">
                  <c:v>-0.16392581388605562</c:v>
                </c:pt>
                <c:pt idx="255">
                  <c:v>-0.21877548361900956</c:v>
                </c:pt>
                <c:pt idx="256">
                  <c:v>-0.27356830605817389</c:v>
                </c:pt>
                <c:pt idx="257">
                  <c:v>-0.32820703043912031</c:v>
                </c:pt>
                <c:pt idx="258">
                  <c:v>-0.38259409328246041</c:v>
                </c:pt>
                <c:pt idx="259">
                  <c:v>-0.43663178906636063</c:v>
                </c:pt>
                <c:pt idx="260">
                  <c:v>-0.49022244217741262</c:v>
                </c:pt>
                <c:pt idx="261">
                  <c:v>-0.54326857984340982</c:v>
                </c:pt>
                <c:pt idx="262">
                  <c:v>-0.59567310574807197</c:v>
                </c:pt>
                <c:pt idx="263">
                  <c:v>-0.6473394740247731</c:v>
                </c:pt>
                <c:pt idx="264">
                  <c:v>-0.69817186332384362</c:v>
                </c:pt>
                <c:pt idx="265">
                  <c:v>-0.74807535064600561</c:v>
                </c:pt>
                <c:pt idx="266">
                  <c:v>-0.79695608463307166</c:v>
                </c:pt>
                <c:pt idx="267">
                  <c:v>-0.84472145800616738</c:v>
                </c:pt>
                <c:pt idx="268">
                  <c:v>-0.89128027884138705</c:v>
                </c:pt>
                <c:pt idx="269">
                  <c:v>-0.93654294037293784</c:v>
                </c:pt>
                <c:pt idx="270">
                  <c:v>-0.98042158901458187</c:v>
                </c:pt>
                <c:pt idx="271">
                  <c:v>-1.0228302902914976</c:v>
                </c:pt>
                <c:pt idx="272">
                  <c:v>-1.063685192376528</c:v>
                </c:pt>
                <c:pt idx="273">
                  <c:v>-1.1029046869271435</c:v>
                </c:pt>
                <c:pt idx="274">
                  <c:v>-1.1404095669224024</c:v>
                </c:pt>
                <c:pt idx="275">
                  <c:v>-1.1761231812027138</c:v>
                </c:pt>
                <c:pt idx="276">
                  <c:v>-1.2099715854192574</c:v>
                </c:pt>
                <c:pt idx="277">
                  <c:v>-1.2418836891044165</c:v>
                </c:pt>
                <c:pt idx="278">
                  <c:v>-1.2717913985798428</c:v>
                </c:pt>
                <c:pt idx="279">
                  <c:v>-1.2996297554242757</c:v>
                </c:pt>
                <c:pt idx="280">
                  <c:v>-1.3253370702295679</c:v>
                </c:pt>
                <c:pt idx="281">
                  <c:v>-1.3488550513799251</c:v>
                </c:pt>
                <c:pt idx="282">
                  <c:v>-1.3701289285967098</c:v>
                </c:pt>
                <c:pt idx="283">
                  <c:v>-1.3891075709987484</c:v>
                </c:pt>
                <c:pt idx="284">
                  <c:v>-1.4057435994363721</c:v>
                </c:pt>
                <c:pt idx="285">
                  <c:v>-1.4199934928660189</c:v>
                </c:pt>
                <c:pt idx="286">
                  <c:v>-1.431817688541424</c:v>
                </c:pt>
                <c:pt idx="287">
                  <c:v>-1.4411806758069581</c:v>
                </c:pt>
                <c:pt idx="288">
                  <c:v>-1.4480510832887421</c:v>
                </c:pt>
                <c:pt idx="289">
                  <c:v>-1.4524017592895915</c:v>
                </c:pt>
                <c:pt idx="290">
                  <c:v>-1.4542098452047023</c:v>
                </c:pt>
                <c:pt idx="291">
                  <c:v>-1.4534568417862239</c:v>
                </c:pt>
                <c:pt idx="292">
                  <c:v>-1.4501286680964971</c:v>
                </c:pt>
                <c:pt idx="293">
                  <c:v>-1.4442157130016824</c:v>
                </c:pt>
                <c:pt idx="294">
                  <c:v>-1.435712879069813</c:v>
                </c:pt>
                <c:pt idx="295">
                  <c:v>-1.4246196187499265</c:v>
                </c:pt>
                <c:pt idx="296">
                  <c:v>-1.4109399627218357</c:v>
                </c:pt>
                <c:pt idx="297">
                  <c:v>-1.394682540319272</c:v>
                </c:pt>
                <c:pt idx="298">
                  <c:v>-1.3758605919425804</c:v>
                </c:pt>
                <c:pt idx="299">
                  <c:v>-1.3544919733908154</c:v>
                </c:pt>
                <c:pt idx="300">
                  <c:v>-1.330599152056942</c:v>
                </c:pt>
                <c:pt idx="301">
                  <c:v>-1.3042091949438894</c:v>
                </c:pt>
                <c:pt idx="302">
                  <c:v>-1.2753537484734379</c:v>
                </c:pt>
                <c:pt idx="303">
                  <c:v>-1.2440690100742879</c:v>
                </c:pt>
                <c:pt idx="304">
                  <c:v>-1.2103956915500236</c:v>
                </c:pt>
                <c:pt idx="305">
                  <c:v>-1.1743789742423718</c:v>
                </c:pt>
                <c:pt idx="306">
                  <c:v>-1.1360684560195908</c:v>
                </c:pt>
                <c:pt idx="307">
                  <c:v>-1.0955180901346522</c:v>
                </c:pt>
                <c:pt idx="308">
                  <c:v>-1.0527861160123109</c:v>
                </c:pt>
                <c:pt idx="309">
                  <c:v>-1.0079349820390273</c:v>
                </c:pt>
                <c:pt idx="310">
                  <c:v>-0.9610312604440423</c:v>
                </c:pt>
                <c:pt idx="311">
                  <c:v>-0.91214555437468636</c:v>
                </c:pt>
                <c:pt idx="312">
                  <c:v>-0.8613523972831626</c:v>
                </c:pt>
                <c:pt idx="313">
                  <c:v>-0.80873014475661975</c:v>
                </c:pt>
                <c:pt idx="314">
                  <c:v>-0.75436085893621529</c:v>
                </c:pt>
                <c:pt idx="315">
                  <c:v>-0.69833018568510175</c:v>
                </c:pt>
                <c:pt idx="316">
                  <c:v>-0.64072722467889665</c:v>
                </c:pt>
                <c:pt idx="317">
                  <c:v>-0.58164439260578937</c:v>
                </c:pt>
                <c:pt idx="318">
                  <c:v>-0.52117727967678673</c:v>
                </c:pt>
                <c:pt idx="319">
                  <c:v>-0.45942449965963916</c:v>
                </c:pt>
                <c:pt idx="320">
                  <c:v>-0.39648753366269385</c:v>
                </c:pt>
                <c:pt idx="321">
                  <c:v>-0.33247056790730534</c:v>
                </c:pt>
                <c:pt idx="322">
                  <c:v>-0.26748032573964492</c:v>
                </c:pt>
                <c:pt idx="323">
                  <c:v>-0.20162589414423662</c:v>
                </c:pt>
                <c:pt idx="324">
                  <c:v>-0.13501854503308539</c:v>
                </c:pt>
                <c:pt idx="325">
                  <c:v>-6.7771551594931284E-2</c:v>
                </c:pt>
                <c:pt idx="326">
                  <c:v>2.4609128677049127E-13</c:v>
                </c:pt>
                <c:pt idx="327">
                  <c:v>6.817940323635982E-2</c:v>
                </c:pt>
                <c:pt idx="328">
                  <c:v>0.13664852791149568</c:v>
                </c:pt>
                <c:pt idx="329">
                  <c:v>0.20528802049963921</c:v>
                </c:pt>
                <c:pt idx="330">
                  <c:v>0.27397750788183889</c:v>
                </c:pt>
                <c:pt idx="331">
                  <c:v>0.34259580410667473</c:v>
                </c:pt>
                <c:pt idx="332">
                  <c:v>0.41102111983268058</c:v>
                </c:pt>
                <c:pt idx="333">
                  <c:v>0.47913127409834749</c:v>
                </c:pt>
                <c:pt idx="334">
                  <c:v>0.54680390805919199</c:v>
                </c:pt>
                <c:pt idx="335">
                  <c:v>0.61391670032572443</c:v>
                </c:pt>
                <c:pt idx="336">
                  <c:v>0.68034758353109481</c:v>
                </c:pt>
                <c:pt idx="337">
                  <c:v>0.74597496175276667</c:v>
                </c:pt>
                <c:pt idx="338">
                  <c:v>0.8106779284088157</c:v>
                </c:pt>
                <c:pt idx="339">
                  <c:v>0.87433648424635435</c:v>
                </c:pt>
                <c:pt idx="340">
                  <c:v>0.93683175503709271</c:v>
                </c:pt>
                <c:pt idx="341">
                  <c:v>0.99804620859322657</c:v>
                </c:pt>
                <c:pt idx="342">
                  <c:v>1.0578638707157426</c:v>
                </c:pt>
                <c:pt idx="343">
                  <c:v>1.1161705396867976</c:v>
                </c:pt>
                <c:pt idx="344">
                  <c:v>1.1728539989180671</c:v>
                </c:pt>
                <c:pt idx="345">
                  <c:v>1.2278042273678</c:v>
                </c:pt>
                <c:pt idx="346">
                  <c:v>1.2809136073410796</c:v>
                </c:pt>
                <c:pt idx="347">
                  <c:v>1.3320771292899607</c:v>
                </c:pt>
                <c:pt idx="348">
                  <c:v>1.3811925932332643</c:v>
                </c:pt>
                <c:pt idx="349">
                  <c:v>1.4281608064193785</c:v>
                </c:pt>
                <c:pt idx="350">
                  <c:v>1.4728857768599306</c:v>
                </c:pt>
                <c:pt idx="351">
                  <c:v>1.5152749023671566</c:v>
                </c:pt>
                <c:pt idx="352">
                  <c:v>1.5552391547335567</c:v>
                </c:pt>
                <c:pt idx="353">
                  <c:v>1.592693258698902</c:v>
                </c:pt>
                <c:pt idx="354">
                  <c:v>1.6275558653566446</c:v>
                </c:pt>
                <c:pt idx="355">
                  <c:v>1.659749719659612</c:v>
                </c:pt>
                <c:pt idx="356">
                  <c:v>1.6892018216931814</c:v>
                </c:pt>
                <c:pt idx="357">
                  <c:v>1.7158435813932411</c:v>
                </c:pt>
                <c:pt idx="358">
                  <c:v>1.7396109663958004</c:v>
                </c:pt>
                <c:pt idx="359">
                  <c:v>1.760444642715455</c:v>
                </c:pt>
                <c:pt idx="360">
                  <c:v>1.7782901079607205</c:v>
                </c:pt>
                <c:pt idx="361">
                  <c:v>1.7930978168057328</c:v>
                </c:pt>
                <c:pt idx="362">
                  <c:v>1.8048232984497805</c:v>
                </c:pt>
                <c:pt idx="363">
                  <c:v>1.8134272658087174</c:v>
                </c:pt>
                <c:pt idx="364">
                  <c:v>1.8188757161953775</c:v>
                </c:pt>
                <c:pt idx="365">
                  <c:v>1.8211400232597026</c:v>
                </c:pt>
                <c:pt idx="366">
                  <c:v>1.8201970199733768</c:v>
                </c:pt>
                <c:pt idx="367">
                  <c:v>1.816029072458305</c:v>
                </c:pt>
                <c:pt idx="368">
                  <c:v>1.8086241444732509</c:v>
                </c:pt>
                <c:pt idx="369">
                  <c:v>1.7979758523883684</c:v>
                </c:pt>
                <c:pt idx="370">
                  <c:v>1.7840835104931505</c:v>
                </c:pt>
                <c:pt idx="371">
                  <c:v>1.7669521664994867</c:v>
                </c:pt>
                <c:pt idx="372">
                  <c:v>1.7465926271180348</c:v>
                </c:pt>
                <c:pt idx="373">
                  <c:v>1.7230214736029168</c:v>
                </c:pt>
                <c:pt idx="374">
                  <c:v>1.6962610671769092</c:v>
                </c:pt>
                <c:pt idx="375">
                  <c:v>1.6663395442665907</c:v>
                </c:pt>
                <c:pt idx="376">
                  <c:v>1.6332908014945908</c:v>
                </c:pt>
                <c:pt idx="377">
                  <c:v>1.5971544703937921</c:v>
                </c:pt>
                <c:pt idx="378">
                  <c:v>1.5579758818264202</c:v>
                </c:pt>
                <c:pt idx="379">
                  <c:v>1.5158060201089285</c:v>
                </c:pt>
                <c:pt idx="380">
                  <c:v>1.4707014668618954</c:v>
                </c:pt>
                <c:pt idx="381">
                  <c:v>1.4227243346224314</c:v>
                </c:pt>
                <c:pt idx="382">
                  <c:v>1.371942190274833</c:v>
                </c:pt>
                <c:pt idx="383">
                  <c:v>1.3184279683737115</c:v>
                </c:pt>
                <c:pt idx="384">
                  <c:v>1.2622598744520031</c:v>
                </c:pt>
                <c:pt idx="385">
                  <c:v>1.2035212784246707</c:v>
                </c:pt>
                <c:pt idx="386">
                  <c:v>1.1423005982169419</c:v>
                </c:pt>
                <c:pt idx="387">
                  <c:v>1.0786911737641314</c:v>
                </c:pt>
                <c:pt idx="388">
                  <c:v>1.012791131547955</c:v>
                </c:pt>
                <c:pt idx="389">
                  <c:v>0.94470323985193461</c:v>
                </c:pt>
                <c:pt idx="390">
                  <c:v>0.87453475493605048</c:v>
                </c:pt>
                <c:pt idx="391">
                  <c:v>0.80239725834807207</c:v>
                </c:pt>
                <c:pt idx="392">
                  <c:v>0.72840648560596699</c:v>
                </c:pt>
                <c:pt idx="393">
                  <c:v>0.6526821465024375</c:v>
                </c:pt>
                <c:pt idx="394">
                  <c:v>0.57534773729897382</c:v>
                </c:pt>
                <c:pt idx="395">
                  <c:v>0.49653034509280625</c:v>
                </c:pt>
                <c:pt idx="396">
                  <c:v>0.4163604446556588</c:v>
                </c:pt>
                <c:pt idx="397">
                  <c:v>0.33497168805828909</c:v>
                </c:pt>
                <c:pt idx="398">
                  <c:v>0.25250068740945769</c:v>
                </c:pt>
                <c:pt idx="399">
                  <c:v>0.16908679105224236</c:v>
                </c:pt>
                <c:pt idx="400">
                  <c:v>8.4871853574030751E-2</c:v>
                </c:pt>
                <c:pt idx="401">
                  <c:v>-1.7071622338750767E-13</c:v>
                </c:pt>
                <c:pt idx="402">
                  <c:v>-8.5382615449160343E-2</c:v>
                </c:pt>
                <c:pt idx="403">
                  <c:v>-0.17112805563760541</c:v>
                </c:pt>
                <c:pt idx="404">
                  <c:v>-0.25708685143362775</c:v>
                </c:pt>
                <c:pt idx="405">
                  <c:v>-0.34310825684592361</c:v>
                </c:pt>
                <c:pt idx="406">
                  <c:v>-0.42904050795466814</c:v>
                </c:pt>
                <c:pt idx="407">
                  <c:v>-0.51473108520094979</c:v>
                </c:pt>
                <c:pt idx="408">
                  <c:v>-0.60002697859117404</c:v>
                </c:pt>
                <c:pt idx="409">
                  <c:v>-0.68477495536487754</c:v>
                </c:pt>
                <c:pt idx="410">
                  <c:v>-0.76882182966732271</c:v>
                </c:pt>
                <c:pt idx="411">
                  <c:v>-0.85201473376210157</c:v>
                </c:pt>
                <c:pt idx="412">
                  <c:v>-0.93420139031321525</c:v>
                </c:pt>
                <c:pt idx="413">
                  <c:v>-1.015230385261592</c:v>
                </c:pt>
                <c:pt idx="414">
                  <c:v>-1.0949514408169121</c:v>
                </c:pt>
                <c:pt idx="415">
                  <c:v>-1.1732156880827178</c:v>
                </c:pt>
                <c:pt idx="416">
                  <c:v>-1.2498759388303391</c:v>
                </c:pt>
                <c:pt idx="417">
                  <c:v>-1.3247869559358587</c:v>
                </c:pt>
                <c:pt idx="418">
                  <c:v>-1.397805721993796</c:v>
                </c:pt>
                <c:pt idx="419">
                  <c:v>-1.4687917056214512</c:v>
                </c:pt>
                <c:pt idx="420">
                  <c:v>-1.5376071249689873</c:v>
                </c:pt>
                <c:pt idx="421">
                  <c:v>-1.6041172079523947</c:v>
                </c:pt>
                <c:pt idx="422">
                  <c:v>-1.6681904487293659</c:v>
                </c:pt>
                <c:pt idx="423">
                  <c:v>-1.7296988599418692</c:v>
                </c:pt>
                <c:pt idx="424">
                  <c:v>-1.788518220253787</c:v>
                </c:pt>
                <c:pt idx="425">
                  <c:v>-1.8445283167175084</c:v>
                </c:pt>
                <c:pt idx="426">
                  <c:v>-1.8976131815097164</c:v>
                </c:pt>
                <c:pt idx="427">
                  <c:v>-1.9476613225837887</c:v>
                </c:pt>
                <c:pt idx="428">
                  <c:v>-1.9945659477942073</c:v>
                </c:pt>
                <c:pt idx="429">
                  <c:v>-2.0382251820573685</c:v>
                </c:pt>
                <c:pt idx="430">
                  <c:v>-2.078542277122748</c:v>
                </c:pt>
                <c:pt idx="431">
                  <c:v>-2.1154258135389936</c:v>
                </c:pt>
                <c:pt idx="432">
                  <c:v>-2.1487898944107093</c:v>
                </c:pt>
                <c:pt idx="433">
                  <c:v>-2.1785543305538977</c:v>
                </c:pt>
                <c:pt idx="434">
                  <c:v>-2.2046448166707959</c:v>
                </c:pt>
                <c:pt idx="435">
                  <c:v>-2.2269930981784603</c:v>
                </c:pt>
                <c:pt idx="436">
                  <c:v>-2.2455371283398304</c:v>
                </c:pt>
                <c:pt idx="437">
                  <c:v>-2.2602212153609686</c:v>
                </c:pt>
                <c:pt idx="438">
                  <c:v>-2.2709961591339454</c:v>
                </c:pt>
                <c:pt idx="439">
                  <c:v>-2.2778193773212099</c:v>
                </c:pt>
                <c:pt idx="440">
                  <c:v>-2.2806550204943039</c:v>
                </c:pt>
                <c:pt idx="441">
                  <c:v>-2.2794740760574017</c:v>
                </c:pt>
                <c:pt idx="442">
                  <c:v>-2.2742544607043884</c:v>
                </c:pt>
                <c:pt idx="443">
                  <c:v>-2.2649811011769461</c:v>
                </c:pt>
                <c:pt idx="444">
                  <c:v>-2.2516460031104089</c:v>
                </c:pt>
                <c:pt idx="445">
                  <c:v>-2.2342483077739304</c:v>
                </c:pt>
                <c:pt idx="446">
                  <c:v>-2.2127943365317746</c:v>
                </c:pt>
                <c:pt idx="447">
                  <c:v>-2.1872976228731855</c:v>
                </c:pt>
                <c:pt idx="448">
                  <c:v>-2.1577789318793625</c:v>
                </c:pt>
                <c:pt idx="449">
                  <c:v>-2.1242662670175547</c:v>
                </c:pt>
                <c:pt idx="450">
                  <c:v>-2.086794864173914</c:v>
                </c:pt>
                <c:pt idx="451">
                  <c:v>-2.0454071728589627</c:v>
                </c:pt>
                <c:pt idx="452">
                  <c:v>-2.0001528245416087</c:v>
                </c:pt>
                <c:pt idx="453">
                  <c:v>-1.9510885880903599</c:v>
                </c:pt>
                <c:pt idx="454">
                  <c:v>-1.8982783123228786</c:v>
                </c:pt>
                <c:pt idx="455">
                  <c:v>-1.8417928556879426</c:v>
                </c:pt>
                <c:pt idx="456">
                  <c:v>-1.7817100031267261</c:v>
                </c:pt>
                <c:pt idx="457">
                  <c:v>-1.7181143701833002</c:v>
                </c:pt>
                <c:pt idx="458">
                  <c:v>-1.6510972944571958</c:v>
                </c:pt>
                <c:pt idx="459">
                  <c:v>-1.5807567145138504</c:v>
                </c:pt>
                <c:pt idx="460">
                  <c:v>-1.5071970363916101</c:v>
                </c:pt>
                <c:pt idx="461">
                  <c:v>-1.4305289878667546</c:v>
                </c:pt>
                <c:pt idx="462">
                  <c:v>-1.3508694606606149</c:v>
                </c:pt>
                <c:pt idx="463">
                  <c:v>-1.2683413407953021</c:v>
                </c:pt>
                <c:pt idx="464">
                  <c:v>-1.1830733273267688</c:v>
                </c:pt>
                <c:pt idx="465">
                  <c:v>-1.0951997397058413</c:v>
                </c:pt>
                <c:pt idx="466">
                  <c:v>-1.0048603140395063</c:v>
                </c:pt>
                <c:pt idx="467">
                  <c:v>-0.91219998854598616</c:v>
                </c:pt>
                <c:pt idx="468">
                  <c:v>-0.81736867851802375</c:v>
                </c:pt>
                <c:pt idx="469">
                  <c:v>-0.72052104112924775</c:v>
                </c:pt>
                <c:pt idx="470">
                  <c:v>-0.62181623043846779</c:v>
                </c:pt>
                <c:pt idx="471">
                  <c:v>-0.5214176429661902</c:v>
                </c:pt>
                <c:pt idx="472">
                  <c:v>-0.41949265423669624</c:v>
                </c:pt>
                <c:pt idx="473">
                  <c:v>-0.31621234669708825</c:v>
                </c:pt>
                <c:pt idx="474">
                  <c:v>-0.21175122944287991</c:v>
                </c:pt>
                <c:pt idx="475">
                  <c:v>-0.10628695019623936</c:v>
                </c:pt>
                <c:pt idx="476">
                  <c:v>4.1635645356205934E-14</c:v>
                </c:pt>
                <c:pt idx="477">
                  <c:v>0.10692658889468942</c:v>
                </c:pt>
                <c:pt idx="478">
                  <c:v>0.2143075514525449</c:v>
                </c:pt>
                <c:pt idx="479">
                  <c:v>0.32195570408439661</c:v>
                </c:pt>
                <c:pt idx="480">
                  <c:v>0.42968226416096894</c:v>
                </c:pt>
                <c:pt idx="481">
                  <c:v>0.53729717427795376</c:v>
                </c:pt>
                <c:pt idx="482">
                  <c:v>0.64460943072706678</c:v>
                </c:pt>
                <c:pt idx="483">
                  <c:v>0.75142741561752902</c:v>
                </c:pt>
                <c:pt idx="484">
                  <c:v>0.85755923208253548</c:v>
                </c:pt>
                <c:pt idx="485">
                  <c:v>0.96281304199641138</c:v>
                </c:pt>
                <c:pt idx="486">
                  <c:v>1.066997405620276</c:v>
                </c:pt>
                <c:pt idx="487">
                  <c:v>1.169921622587101</c:v>
                </c:pt>
                <c:pt idx="488">
                  <c:v>1.2713960736311474</c:v>
                </c:pt>
                <c:pt idx="489">
                  <c:v>1.3712325624618709</c:v>
                </c:pt>
                <c:pt idx="490">
                  <c:v>1.4692446571785038</c:v>
                </c:pt>
                <c:pt idx="491">
                  <c:v>1.5652480306187171</c:v>
                </c:pt>
                <c:pt idx="492">
                  <c:v>1.6590607990329966</c:v>
                </c:pt>
                <c:pt idx="493">
                  <c:v>1.7505038584756549</c:v>
                </c:pt>
                <c:pt idx="494">
                  <c:v>1.8394012183037989</c:v>
                </c:pt>
                <c:pt idx="495">
                  <c:v>1.9255803311769923</c:v>
                </c:pt>
                <c:pt idx="496">
                  <c:v>2.0088724189529201</c:v>
                </c:pt>
                <c:pt idx="497">
                  <c:v>2.0891127938779577</c:v>
                </c:pt>
                <c:pt idx="498">
                  <c:v>2.1661411744762544</c:v>
                </c:pt>
                <c:pt idx="499">
                  <c:v>2.2398019955467454</c:v>
                </c:pt>
                <c:pt idx="500">
                  <c:v>2.3099447116843672</c:v>
                </c:pt>
                <c:pt idx="501">
                  <c:v>2.3764240937496286</c:v>
                </c:pt>
                <c:pt idx="502">
                  <c:v>2.439100517719873</c:v>
                </c:pt>
                <c:pt idx="503">
                  <c:v>2.497840245365353</c:v>
                </c:pt>
                <c:pt idx="504">
                  <c:v>2.5525156962046567</c:v>
                </c:pt>
                <c:pt idx="505">
                  <c:v>2.6030057102059092</c:v>
                </c:pt>
                <c:pt idx="506">
                  <c:v>2.6491958007134713</c:v>
                </c:pt>
                <c:pt idx="507">
                  <c:v>2.6909783970939904</c:v>
                </c:pt>
                <c:pt idx="508">
                  <c:v>2.7282530766107551</c:v>
                </c:pt>
                <c:pt idx="509">
                  <c:v>2.7609267850514421</c:v>
                </c:pt>
                <c:pt idx="510">
                  <c:v>2.7889140456513486</c:v>
                </c:pt>
                <c:pt idx="511">
                  <c:v>2.8121371558721866</c:v>
                </c:pt>
                <c:pt idx="512">
                  <c:v>2.8305263716153033</c:v>
                </c:pt>
                <c:pt idx="513">
                  <c:v>2.8440200784678984</c:v>
                </c:pt>
                <c:pt idx="514">
                  <c:v>2.8525649496013505</c:v>
                </c:pt>
                <c:pt idx="515">
                  <c:v>2.8561160899620375</c:v>
                </c:pt>
                <c:pt idx="516">
                  <c:v>2.8546371664171506</c:v>
                </c:pt>
                <c:pt idx="517">
                  <c:v>2.8481005235407948</c:v>
                </c:pt>
                <c:pt idx="518">
                  <c:v>2.8364872847491713</c:v>
                </c:pt>
                <c:pt idx="519">
                  <c:v>2.819787438517805</c:v>
                </c:pt>
                <c:pt idx="520">
                  <c:v>2.7979999094385533</c:v>
                </c:pt>
                <c:pt idx="521">
                  <c:v>2.7711326138994821</c:v>
                </c:pt>
                <c:pt idx="522">
                  <c:v>2.7392025001965954</c:v>
                </c:pt>
                <c:pt idx="523">
                  <c:v>2.7022355729127887</c:v>
                </c:pt>
                <c:pt idx="524">
                  <c:v>2.6602669014262239</c:v>
                </c:pt>
                <c:pt idx="525">
                  <c:v>2.6133406124375647</c:v>
                </c:pt>
                <c:pt idx="526">
                  <c:v>2.5615098664331164</c:v>
                </c:pt>
                <c:pt idx="527">
                  <c:v>2.5048368180288367</c:v>
                </c:pt>
                <c:pt idx="528">
                  <c:v>2.4433925601683328</c:v>
                </c:pt>
                <c:pt idx="529">
                  <c:v>2.3772570521763638</c:v>
                </c:pt>
                <c:pt idx="530">
                  <c:v>2.3065190316979658</c:v>
                </c:pt>
                <c:pt idx="531">
                  <c:v>2.2312759105819508</c:v>
                </c:pt>
                <c:pt idx="532">
                  <c:v>2.1516336547962993</c:v>
                </c:pt>
                <c:pt idx="533">
                  <c:v>2.0677066484917526</c:v>
                </c:pt>
                <c:pt idx="534">
                  <c:v>1.9796175423585929</c:v>
                </c:pt>
                <c:pt idx="535">
                  <c:v>1.8874970864503515</c:v>
                </c:pt>
                <c:pt idx="536">
                  <c:v>1.791483947676574</c:v>
                </c:pt>
                <c:pt idx="537">
                  <c:v>1.6917245121952242</c:v>
                </c:pt>
                <c:pt idx="538">
                  <c:v>1.588372672963289</c:v>
                </c:pt>
                <c:pt idx="539">
                  <c:v>1.4815896027320912</c:v>
                </c:pt>
                <c:pt idx="540">
                  <c:v>1.3715435128011253</c:v>
                </c:pt>
                <c:pt idx="541">
                  <c:v>1.2584093978714497</c:v>
                </c:pt>
                <c:pt idx="542">
                  <c:v>1.142368767366182</c:v>
                </c:pt>
                <c:pt idx="543">
                  <c:v>1.0236093636119306</c:v>
                </c:pt>
                <c:pt idx="544">
                  <c:v>0.90232486730045569</c:v>
                </c:pt>
                <c:pt idx="545">
                  <c:v>0.77871459067496496</c:v>
                </c:pt>
                <c:pt idx="546">
                  <c:v>0.65298315890986025</c:v>
                </c:pt>
                <c:pt idx="547">
                  <c:v>0.5253401801763079</c:v>
                </c:pt>
                <c:pt idx="548">
                  <c:v>0.39599990490918147</c:v>
                </c:pt>
                <c:pt idx="549">
                  <c:v>0.26518087481294411</c:v>
                </c:pt>
                <c:pt idx="550">
                  <c:v>0.1331055621655774</c:v>
                </c:pt>
                <c:pt idx="551">
                  <c:v>1.3376999956827804E-14</c:v>
                </c:pt>
                <c:pt idx="552">
                  <c:v>-0.13390659623765677</c:v>
                </c:pt>
                <c:pt idx="553">
                  <c:v>-0.26838221493541836</c:v>
                </c:pt>
                <c:pt idx="554">
                  <c:v>-0.40319244183237801</c:v>
                </c:pt>
                <c:pt idx="555">
                  <c:v>-0.53810086015348013</c:v>
                </c:pt>
                <c:pt idx="556">
                  <c:v>-0.67286945669392595</c:v>
                </c:pt>
                <c:pt idx="557">
                  <c:v>-0.80725903317095982</c:v>
                </c:pt>
                <c:pt idx="558">
                  <c:v>-0.94102962214713126</c:v>
                </c:pt>
                <c:pt idx="559">
                  <c:v>-1.0739409068169679</c:v>
                </c:pt>
                <c:pt idx="560">
                  <c:v>-1.2057526439378554</c:v>
                </c:pt>
                <c:pt idx="561">
                  <c:v>-1.3362250891760179</c:v>
                </c:pt>
                <c:pt idx="562">
                  <c:v>-1.4651194241298382</c:v>
                </c:pt>
                <c:pt idx="563">
                  <c:v>-1.5921981842854003</c:v>
                </c:pt>
                <c:pt idx="564">
                  <c:v>-1.7172256871529514</c:v>
                </c:pt>
                <c:pt idx="565">
                  <c:v>-1.8399684598281425</c:v>
                </c:pt>
                <c:pt idx="566">
                  <c:v>-1.9601956652183778</c:v>
                </c:pt>
                <c:pt idx="567">
                  <c:v>-2.077679526172429</c:v>
                </c:pt>
                <c:pt idx="568">
                  <c:v>-2.1921957467505546</c:v>
                </c:pt>
                <c:pt idx="569">
                  <c:v>-2.3035239298728238</c:v>
                </c:pt>
                <c:pt idx="570">
                  <c:v>-2.4114479905851889</c:v>
                </c:pt>
                <c:pt idx="571">
                  <c:v>-2.5157565641860358</c:v>
                </c:pt>
                <c:pt idx="572">
                  <c:v>-2.6162434084604125</c:v>
                </c:pt>
                <c:pt idx="573">
                  <c:v>-2.7127077992751336</c:v>
                </c:pt>
                <c:pt idx="574">
                  <c:v>-2.8049549187950595</c:v>
                </c:pt>
                <c:pt idx="575">
                  <c:v>-2.8927962355895995</c:v>
                </c:pt>
                <c:pt idx="576">
                  <c:v>-2.9760498759083296</c:v>
                </c:pt>
                <c:pt idx="577">
                  <c:v>-3.0545409854159375</c:v>
                </c:pt>
                <c:pt idx="578">
                  <c:v>-3.1281020806892958</c:v>
                </c:pt>
                <c:pt idx="579">
                  <c:v>-3.1965733897933886</c:v>
                </c:pt>
                <c:pt idx="580">
                  <c:v>-3.2598031812680008</c:v>
                </c:pt>
                <c:pt idx="581">
                  <c:v>-3.3176480808735778</c:v>
                </c:pt>
                <c:pt idx="582">
                  <c:v>-3.3699733754623775</c:v>
                </c:pt>
                <c:pt idx="583">
                  <c:v>-3.4166533033599955</c:v>
                </c:pt>
                <c:pt idx="584">
                  <c:v>-3.4575713306624958</c:v>
                </c:pt>
                <c:pt idx="585">
                  <c:v>-3.4926204128757399</c:v>
                </c:pt>
                <c:pt idx="586">
                  <c:v>-3.5217032413459228</c:v>
                </c:pt>
                <c:pt idx="587">
                  <c:v>-3.5447324739539794</c:v>
                </c:pt>
                <c:pt idx="588">
                  <c:v>-3.5616309495711183</c:v>
                </c:pt>
                <c:pt idx="589">
                  <c:v>-3.5723318857984725</c:v>
                </c:pt>
                <c:pt idx="590">
                  <c:v>-3.5767790595405464</c:v>
                </c:pt>
                <c:pt idx="591">
                  <c:v>-3.5749269699897726</c:v>
                </c:pt>
                <c:pt idx="592">
                  <c:v>-3.5667409836280775</c:v>
                </c:pt>
                <c:pt idx="593">
                  <c:v>-3.5521974608807665</c:v>
                </c:pt>
                <c:pt idx="594">
                  <c:v>-3.5312838640883153</c:v>
                </c:pt>
                <c:pt idx="595">
                  <c:v>-3.503998846492677</c:v>
                </c:pt>
                <c:pt idx="596">
                  <c:v>-3.4703523219664563</c:v>
                </c:pt>
                <c:pt idx="597">
                  <c:v>-3.4303655152457435</c:v>
                </c:pt>
                <c:pt idx="598">
                  <c:v>-3.3840709924604191</c:v>
                </c:pt>
                <c:pt idx="599">
                  <c:v>-3.3315126717894019</c:v>
                </c:pt>
                <c:pt idx="600">
                  <c:v>-3.2727458141023158</c:v>
                </c:pt>
                <c:pt idx="601">
                  <c:v>-3.2078369934837756</c:v>
                </c:pt>
                <c:pt idx="602">
                  <c:v>-3.136864047571255</c:v>
                </c:pt>
                <c:pt idx="603">
                  <c:v>-3.0599160076729963</c:v>
                </c:pt>
                <c:pt idx="604">
                  <c:v>-2.9770930086677616</c:v>
                </c:pt>
                <c:pt idx="605">
                  <c:v>-2.8885061787242199</c:v>
                </c:pt>
                <c:pt idx="606">
                  <c:v>-2.7942775089134573</c:v>
                </c:pt>
                <c:pt idx="607">
                  <c:v>-2.6945397028243248</c:v>
                </c:pt>
                <c:pt idx="608">
                  <c:v>-2.5894360063271602</c:v>
                </c:pt>
                <c:pt idx="609">
                  <c:v>-2.4791200176675674</c:v>
                </c:pt>
                <c:pt idx="610">
                  <c:v>-2.3637554781077275</c:v>
                </c:pt>
                <c:pt idx="611">
                  <c:v>-2.2435160433684449</c:v>
                </c:pt>
                <c:pt idx="612">
                  <c:v>-2.1185850361606722</c:v>
                </c:pt>
                <c:pt idx="613">
                  <c:v>-1.9891551801303085</c:v>
                </c:pt>
                <c:pt idx="614">
                  <c:v>-1.8554283155750695</c:v>
                </c:pt>
                <c:pt idx="615">
                  <c:v>-1.717615097326429</c:v>
                </c:pt>
                <c:pt idx="616">
                  <c:v>-1.5759346752237338</c:v>
                </c:pt>
                <c:pt idx="617">
                  <c:v>-1.4306143576407584</c:v>
                </c:pt>
                <c:pt idx="618">
                  <c:v>-1.2818892585579096</c:v>
                </c:pt>
                <c:pt idx="619">
                  <c:v>-1.1300019287051557</c:v>
                </c:pt>
                <c:pt idx="620">
                  <c:v>-0.97520197133229869</c:v>
                </c:pt>
                <c:pt idx="621">
                  <c:v>-0.81774564319352872</c:v>
                </c:pt>
                <c:pt idx="622">
                  <c:v>-0.65789544136310751</c:v>
                </c:pt>
                <c:pt idx="623">
                  <c:v>-0.49591967652757463</c:v>
                </c:pt>
                <c:pt idx="624">
                  <c:v>-0.33209203342787097</c:v>
                </c:pt>
                <c:pt idx="625">
                  <c:v>-0.16669111915143262</c:v>
                </c:pt>
                <c:pt idx="626">
                  <c:v>-6.603098277009967E-15</c:v>
                </c:pt>
                <c:pt idx="627">
                  <c:v>0.16769427231636155</c:v>
                </c:pt>
                <c:pt idx="628">
                  <c:v>0.33610114438552208</c:v>
                </c:pt>
                <c:pt idx="629">
                  <c:v>0.50492705390356241</c:v>
                </c:pt>
                <c:pt idx="630">
                  <c:v>0.673875930772595</c:v>
                </c:pt>
                <c:pt idx="631">
                  <c:v>0.84264970564949337</c:v>
                </c:pt>
                <c:pt idx="632">
                  <c:v>1.0109488250910885</c:v>
                </c:pt>
                <c:pt idx="633">
                  <c:v>1.1784727724243076</c:v>
                </c:pt>
                <c:pt idx="634">
                  <c:v>1.3449205934545887</c:v>
                </c:pt>
                <c:pt idx="635">
                  <c:v>1.5099914261117888</c:v>
                </c:pt>
                <c:pt idx="636">
                  <c:v>1.6733850331206386</c:v>
                </c:pt>
                <c:pt idx="637">
                  <c:v>1.8348023367717472</c:v>
                </c:pt>
                <c:pt idx="638">
                  <c:v>1.9939459548600549</c:v>
                </c:pt>
                <c:pt idx="639">
                  <c:v>2.1505207368498356</c:v>
                </c:pt>
                <c:pt idx="640">
                  <c:v>2.3042342993193512</c:v>
                </c:pt>
                <c:pt idx="641">
                  <c:v>2.4547975597338052</c:v>
                </c:pt>
                <c:pt idx="642">
                  <c:v>2.60192526759249</c:v>
                </c:pt>
                <c:pt idx="643">
                  <c:v>2.7453365319949166</c:v>
                </c:pt>
                <c:pt idx="644">
                  <c:v>2.8847553446713023</c:v>
                </c:pt>
                <c:pt idx="645">
                  <c:v>3.0199110975250671</c:v>
                </c:pt>
                <c:pt idx="646">
                  <c:v>3.150539093738975</c:v>
                </c:pt>
                <c:pt idx="647">
                  <c:v>3.2763810515022134</c:v>
                </c:pt>
                <c:pt idx="648">
                  <c:v>3.3971855994230991</c:v>
                </c:pt>
                <c:pt idx="649">
                  <c:v>3.5127087627011675</c:v>
                </c:pt>
                <c:pt idx="650">
                  <c:v>3.6227144391431758</c:v>
                </c:pt>
                <c:pt idx="651">
                  <c:v>3.7269748641199874</c:v>
                </c:pt>
                <c:pt idx="652">
                  <c:v>3.8252710635754656</c:v>
                </c:pt>
                <c:pt idx="653">
                  <c:v>3.9173932942142473</c:v>
                </c:pt>
                <c:pt idx="654">
                  <c:v>4.0031414700126966</c:v>
                </c:pt>
                <c:pt idx="655">
                  <c:v>4.0823255742164273</c:v>
                </c:pt>
                <c:pt idx="656">
                  <c:v>4.154766056008329</c:v>
                </c:pt>
                <c:pt idx="657">
                  <c:v>4.2202942110533144</c:v>
                </c:pt>
                <c:pt idx="658">
                  <c:v>4.2787525451496977</c:v>
                </c:pt>
                <c:pt idx="659">
                  <c:v>4.3299951202423781</c:v>
                </c:pt>
                <c:pt idx="660">
                  <c:v>4.3738878820796989</c:v>
                </c:pt>
                <c:pt idx="661">
                  <c:v>4.4103089688240207</c:v>
                </c:pt>
                <c:pt idx="662">
                  <c:v>4.4391489999555569</c:v>
                </c:pt>
                <c:pt idx="663">
                  <c:v>4.4603113448399139</c:v>
                </c:pt>
                <c:pt idx="664">
                  <c:v>4.4737123703619481</c:v>
                </c:pt>
                <c:pt idx="665">
                  <c:v>4.4792816670619988</c:v>
                </c:pt>
                <c:pt idx="666">
                  <c:v>4.4769622532451434</c:v>
                </c:pt>
                <c:pt idx="667">
                  <c:v>4.4667107565699551</c:v>
                </c:pt>
                <c:pt idx="668">
                  <c:v>4.4484975726600444</c:v>
                </c:pt>
                <c:pt idx="669">
                  <c:v>4.422307000319579</c:v>
                </c:pt>
                <c:pt idx="670">
                  <c:v>4.3881373529728682</c:v>
                </c:pt>
                <c:pt idx="671">
                  <c:v>4.3460010459877747</c:v>
                </c:pt>
                <c:pt idx="672">
                  <c:v>4.2959246595834495</c:v>
                </c:pt>
                <c:pt idx="673">
                  <c:v>4.2379489770641268</c:v>
                </c:pt>
                <c:pt idx="674">
                  <c:v>4.172128998162913</c:v>
                </c:pt>
                <c:pt idx="675">
                  <c:v>4.0985339273221628</c:v>
                </c:pt>
                <c:pt idx="676">
                  <c:v>4.0172471367803393</c:v>
                </c:pt>
                <c:pt idx="677">
                  <c:v>3.9283661043790357</c:v>
                </c:pt>
                <c:pt idx="678">
                  <c:v>3.8320023260480069</c:v>
                </c:pt>
                <c:pt idx="679">
                  <c:v>3.7282812029706172</c:v>
                </c:pt>
                <c:pt idx="680">
                  <c:v>3.6173419034768903</c:v>
                </c:pt>
                <c:pt idx="681">
                  <c:v>3.4993371997563307</c:v>
                </c:pt>
                <c:pt idx="682">
                  <c:v>3.3744332795277709</c:v>
                </c:pt>
                <c:pt idx="683">
                  <c:v>3.2428095328486362</c:v>
                </c:pt>
                <c:pt idx="684">
                  <c:v>3.1046583142910649</c:v>
                </c:pt>
                <c:pt idx="685">
                  <c:v>2.9601846807572589</c:v>
                </c:pt>
                <c:pt idx="686">
                  <c:v>2.8096061052511883</c:v>
                </c:pt>
                <c:pt idx="687">
                  <c:v>2.6531521669681624</c:v>
                </c:pt>
                <c:pt idx="688">
                  <c:v>2.4910642181078968</c:v>
                </c:pt>
                <c:pt idx="689">
                  <c:v>2.3235950278602573</c:v>
                </c:pt>
                <c:pt idx="690">
                  <c:v>2.1510084040559789</c:v>
                </c:pt>
                <c:pt idx="691">
                  <c:v>1.9735787930171198</c:v>
                </c:pt>
                <c:pt idx="692">
                  <c:v>1.7915908581837463</c:v>
                </c:pt>
                <c:pt idx="693">
                  <c:v>1.6053390381344068</c:v>
                </c:pt>
                <c:pt idx="694">
                  <c:v>1.4151270846580788</c:v>
                </c:pt>
                <c:pt idx="695">
                  <c:v>1.2212675815745155</c:v>
                </c:pt>
                <c:pt idx="696">
                  <c:v>1.0240814450381757</c:v>
                </c:pt>
                <c:pt idx="697">
                  <c:v>0.82389740609808326</c:v>
                </c:pt>
                <c:pt idx="698">
                  <c:v>0.62105147632199176</c:v>
                </c:pt>
                <c:pt idx="699">
                  <c:v>0.41588639732806204</c:v>
                </c:pt>
                <c:pt idx="700">
                  <c:v>0.20875107510077309</c:v>
                </c:pt>
                <c:pt idx="701">
                  <c:v>0</c:v>
                </c:pt>
                <c:pt idx="702">
                  <c:v>0</c:v>
                </c:pt>
                <c:pt idx="703">
                  <c:v>0</c:v>
                </c:pt>
                <c:pt idx="704">
                  <c:v>0</c:v>
                </c:pt>
                <c:pt idx="705">
                  <c:v>0</c:v>
                </c:pt>
                <c:pt idx="706">
                  <c:v>0</c:v>
                </c:pt>
                <c:pt idx="707">
                  <c:v>0</c:v>
                </c:pt>
                <c:pt idx="708">
                  <c:v>0</c:v>
                </c:pt>
                <c:pt idx="709">
                  <c:v>0</c:v>
                </c:pt>
                <c:pt idx="710">
                  <c:v>0</c:v>
                </c:pt>
                <c:pt idx="711">
                  <c:v>0</c:v>
                </c:pt>
                <c:pt idx="712">
                  <c:v>0</c:v>
                </c:pt>
                <c:pt idx="713">
                  <c:v>0</c:v>
                </c:pt>
                <c:pt idx="714">
                  <c:v>0</c:v>
                </c:pt>
                <c:pt idx="715">
                  <c:v>0</c:v>
                </c:pt>
                <c:pt idx="716">
                  <c:v>0</c:v>
                </c:pt>
                <c:pt idx="717">
                  <c:v>0</c:v>
                </c:pt>
                <c:pt idx="718">
                  <c:v>0</c:v>
                </c:pt>
                <c:pt idx="719">
                  <c:v>0</c:v>
                </c:pt>
                <c:pt idx="720">
                  <c:v>0</c:v>
                </c:pt>
                <c:pt idx="721">
                  <c:v>0</c:v>
                </c:pt>
                <c:pt idx="722">
                  <c:v>0</c:v>
                </c:pt>
                <c:pt idx="723">
                  <c:v>0</c:v>
                </c:pt>
                <c:pt idx="724">
                  <c:v>0</c:v>
                </c:pt>
                <c:pt idx="725">
                  <c:v>0</c:v>
                </c:pt>
                <c:pt idx="726">
                  <c:v>0</c:v>
                </c:pt>
                <c:pt idx="727">
                  <c:v>0</c:v>
                </c:pt>
                <c:pt idx="728">
                  <c:v>0</c:v>
                </c:pt>
                <c:pt idx="729">
                  <c:v>0</c:v>
                </c:pt>
                <c:pt idx="730">
                  <c:v>0</c:v>
                </c:pt>
                <c:pt idx="731">
                  <c:v>0</c:v>
                </c:pt>
                <c:pt idx="732">
                  <c:v>0</c:v>
                </c:pt>
                <c:pt idx="733">
                  <c:v>0</c:v>
                </c:pt>
                <c:pt idx="734">
                  <c:v>0</c:v>
                </c:pt>
                <c:pt idx="735">
                  <c:v>0</c:v>
                </c:pt>
                <c:pt idx="736">
                  <c:v>0</c:v>
                </c:pt>
                <c:pt idx="737">
                  <c:v>0</c:v>
                </c:pt>
                <c:pt idx="738">
                  <c:v>0</c:v>
                </c:pt>
                <c:pt idx="739">
                  <c:v>0</c:v>
                </c:pt>
                <c:pt idx="740">
                  <c:v>0</c:v>
                </c:pt>
                <c:pt idx="741">
                  <c:v>0</c:v>
                </c:pt>
                <c:pt idx="742">
                  <c:v>0</c:v>
                </c:pt>
                <c:pt idx="743">
                  <c:v>0</c:v>
                </c:pt>
                <c:pt idx="744">
                  <c:v>0</c:v>
                </c:pt>
                <c:pt idx="745">
                  <c:v>0</c:v>
                </c:pt>
                <c:pt idx="746">
                  <c:v>0</c:v>
                </c:pt>
                <c:pt idx="747">
                  <c:v>0</c:v>
                </c:pt>
                <c:pt idx="748">
                  <c:v>0</c:v>
                </c:pt>
                <c:pt idx="749">
                  <c:v>0</c:v>
                </c:pt>
                <c:pt idx="750">
                  <c:v>0</c:v>
                </c:pt>
                <c:pt idx="751">
                  <c:v>0</c:v>
                </c:pt>
                <c:pt idx="752">
                  <c:v>0</c:v>
                </c:pt>
                <c:pt idx="753">
                  <c:v>0</c:v>
                </c:pt>
                <c:pt idx="754">
                  <c:v>0</c:v>
                </c:pt>
                <c:pt idx="755">
                  <c:v>0</c:v>
                </c:pt>
                <c:pt idx="756">
                  <c:v>0</c:v>
                </c:pt>
                <c:pt idx="757">
                  <c:v>0</c:v>
                </c:pt>
                <c:pt idx="758">
                  <c:v>0</c:v>
                </c:pt>
                <c:pt idx="759">
                  <c:v>0</c:v>
                </c:pt>
                <c:pt idx="760">
                  <c:v>0</c:v>
                </c:pt>
                <c:pt idx="761">
                  <c:v>0</c:v>
                </c:pt>
                <c:pt idx="762">
                  <c:v>0</c:v>
                </c:pt>
                <c:pt idx="763">
                  <c:v>0</c:v>
                </c:pt>
                <c:pt idx="764">
                  <c:v>0</c:v>
                </c:pt>
                <c:pt idx="765">
                  <c:v>0</c:v>
                </c:pt>
                <c:pt idx="766">
                  <c:v>0</c:v>
                </c:pt>
                <c:pt idx="767">
                  <c:v>0</c:v>
                </c:pt>
                <c:pt idx="768">
                  <c:v>0</c:v>
                </c:pt>
                <c:pt idx="769">
                  <c:v>0</c:v>
                </c:pt>
                <c:pt idx="770">
                  <c:v>0</c:v>
                </c:pt>
                <c:pt idx="771">
                  <c:v>0</c:v>
                </c:pt>
                <c:pt idx="772">
                  <c:v>0</c:v>
                </c:pt>
                <c:pt idx="773">
                  <c:v>0</c:v>
                </c:pt>
                <c:pt idx="774">
                  <c:v>0</c:v>
                </c:pt>
                <c:pt idx="775">
                  <c:v>0</c:v>
                </c:pt>
                <c:pt idx="776">
                  <c:v>0</c:v>
                </c:pt>
                <c:pt idx="777">
                  <c:v>0</c:v>
                </c:pt>
                <c:pt idx="778">
                  <c:v>0</c:v>
                </c:pt>
                <c:pt idx="779">
                  <c:v>0</c:v>
                </c:pt>
                <c:pt idx="780">
                  <c:v>0</c:v>
                </c:pt>
                <c:pt idx="781">
                  <c:v>0</c:v>
                </c:pt>
                <c:pt idx="782">
                  <c:v>0</c:v>
                </c:pt>
                <c:pt idx="783">
                  <c:v>0</c:v>
                </c:pt>
                <c:pt idx="784">
                  <c:v>0</c:v>
                </c:pt>
                <c:pt idx="785">
                  <c:v>0</c:v>
                </c:pt>
                <c:pt idx="786">
                  <c:v>0</c:v>
                </c:pt>
                <c:pt idx="787">
                  <c:v>0</c:v>
                </c:pt>
                <c:pt idx="788">
                  <c:v>0</c:v>
                </c:pt>
                <c:pt idx="789">
                  <c:v>0</c:v>
                </c:pt>
                <c:pt idx="790">
                  <c:v>0</c:v>
                </c:pt>
                <c:pt idx="791">
                  <c:v>0</c:v>
                </c:pt>
                <c:pt idx="792">
                  <c:v>0</c:v>
                </c:pt>
                <c:pt idx="793">
                  <c:v>0</c:v>
                </c:pt>
                <c:pt idx="794">
                  <c:v>0</c:v>
                </c:pt>
                <c:pt idx="795">
                  <c:v>0</c:v>
                </c:pt>
                <c:pt idx="796">
                  <c:v>0</c:v>
                </c:pt>
                <c:pt idx="797">
                  <c:v>0</c:v>
                </c:pt>
                <c:pt idx="798">
                  <c:v>0</c:v>
                </c:pt>
                <c:pt idx="799">
                  <c:v>0</c:v>
                </c:pt>
                <c:pt idx="800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68F3-47D1-9A7E-9B63982E769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93849872"/>
        <c:axId val="1193850352"/>
      </c:scatterChart>
      <c:valAx>
        <c:axId val="1193849872"/>
        <c:scaling>
          <c:orientation val="minMax"/>
          <c:max val="8"/>
        </c:scaling>
        <c:delete val="1"/>
        <c:axPos val="b"/>
        <c:numFmt formatCode="General" sourceLinked="1"/>
        <c:majorTickMark val="none"/>
        <c:minorTickMark val="none"/>
        <c:tickLblPos val="nextTo"/>
        <c:crossAx val="1193850352"/>
        <c:crosses val="autoZero"/>
        <c:crossBetween val="midCat"/>
      </c:valAx>
      <c:valAx>
        <c:axId val="119385035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193849872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0:48:08.68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0 595 24556,'867'-595'0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0:48:26.55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75 24575,'13'-2'0,"-1"1"0,0-2 0,0 1 0,0-2 0,0 1 0,19-10 0,-15 6 0,0 1 0,27-6 0,-2 4 0,1 2 0,1 1 0,-1 3 0,55 3 0,-12 12 0,-77-12 0,0 0 0,1 1 0,-1 0 0,0 0 0,0 1 0,0 0 0,-1 0 0,11 6 0,55 38 0,62 54 0,-93-55 0,-35-37 0,0 0 0,1 0 0,16 13 0,49 59 0,-48-63 0,-2 0 0,0 2 0,-2 1 0,33 40 0,-13 25 0,19 12 0,-57-94-1365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0:49:48.20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0 112 24461,'734'-112'0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0:49:49.65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0 146 24518,'828'-145'0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0:49:44.34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0 225 24575,'12'0'0,"0"-1"0,0-1 0,0 0 0,-1-1 0,1 0 0,-1-1 0,0 0 0,11-6 0,87-52 0,-76 41 0,37-17 0,-36 23-227,0 2-1,1 1 1,1 2-1,-1 1 1,63-6-1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0:49:45.52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1 172 24575,'4'-8'0,"1"0"0,1 0 0,-1 0 0,1 1 0,0 0 0,1 0 0,0 1 0,0-1 0,0 2 0,1-1 0,0 1 0,0 0 0,0 1 0,1-1 0,-1 2 0,1-1 0,0 1 0,0 1 0,0 0 0,16-2 0,88-18 0,71-7 0,-124 23-1365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0:49:46.80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90 24575,'16'-2'0,"-1"0"0,0-1 0,0-1 0,0 0 0,16-8 0,2 1 0,-7 3 0,-10 2 0,1 1 0,0 0 0,1 1 0,-1 1 0,0 1 0,19-1 0,6 3-455,-1-2 0,61-11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0:49:51.12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25 24575,'2'0'0,"0"-1"0,2 0 0,3-1 0,0 0 0,1-2 0,0 1 0,0 0 0,-1 1 0,0 1 0,0 0 0,0 1 0,-2-1 0,0-1 0,1 1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0:49:53.90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34 24575,'6'0'0,"-1"0"0,1 1 0,-1-1 0,1 1 0,-1 0 0,1 1 0,-1-1 0,0 1 0,0 0 0,1 0 0,-2 1 0,1 0 0,0-1 0,0 2 0,-1-1 0,5 4 0,-5-5 0,-1 0 0,1-1 0,0 0 0,0 0 0,0 0 0,0 0 0,0 0 0,1-1 0,-1 0 0,8 0 0,43-5 0,116-36 0,-3 11 0,-137 29-1365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0:49:56.35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4 24575,'54'-2'0,"-32"1"0,-1 0 0,1 1 0,32 5 0,-51-4 0,1 0 0,-1 0 0,0 0 0,1 1 0,-1-1 0,0 1 0,0 0 0,0 0 0,0 0 0,-1 0 0,1 0 0,-1 1 0,1-1 0,-1 1 0,0 0 0,0-1 0,0 1 0,0 0 0,0 0 0,-1 0 0,1 1 0,-1-1 0,0 0 0,0 1 0,0-1 0,0 0 0,0 7 0,-1-10 0,0 1 0,0-1 0,0 0 0,0 1 0,0-1 0,0 0 0,0 0 0,0 1 0,0-1 0,0 0 0,0 1 0,0-1 0,0 0 0,0 1 0,0-1 0,0 0 0,0 0 0,0 1 0,0-1 0,-1 0 0,1 0 0,0 1 0,0-1 0,0 0 0,-1 0 0,1 1 0,0-1 0,0 0 0,0 0 0,-1 0 0,1 0 0,0 1 0,0-1 0,-1 0 0,1 0 0,0 0 0,-1 0 0,1 0 0,-1 0 0,-11-6 0,-9-17 0,18 16-1365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0:49:58.93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47 24575,'1'1'0,"-1"0"0,1 0 0,-1 0 0,1 0 0,-1 0 0,1 0 0,-1 0 0,1 0 0,0 0 0,0 0 0,-1-1 0,1 1 0,0 0 0,0 0 0,0-1 0,0 1 0,0-1 0,0 1 0,0-1 0,0 1 0,0-1 0,0 1 0,0-1 0,1 0 0,-1 0 0,0 0 0,0 1 0,0-1 0,2-1 0,39 3 0,-38-2 0,2 0 0,1 0 0,0 0 0,0-1 0,0 1 0,-1-2 0,1 1 0,0-1 0,-1 0 0,1 0 0,-1-1 0,0 1 0,0-2 0,8-4 0,-1 2-136,1 0-1,0 0 1,0 1-1,0 1 1,1 0-1,-1 1 1,1 1-1,0 0 0,22 0 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0:49:59.95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64 24575,'25'-2'25,"0"-1"-1,-1-1 1,0-1 0,46-16-1,38-8-1512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0:50:00.52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31 24575,'1'0'0,"2"0"0,1-1 0,2-1 0,3 0 0,2-2 0,4 0 0,3 1 0,2 0 0,1 0 0,-1 1 0,0 0 0,-1 1 0,-4 1 0,-1-1 0,-2-1 0,-2 1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0:50:03.42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5 24575,'38'-1'0,"-27"-1"0,-1 1 0,0 1 0,1 0 0,-1 0 0,0 1 0,1 0 0,-1 1 0,0 0 0,12 4 0,-21-5 4,0 0 0,0-1 0,0 1-1,0 0 1,0 0 0,0 0 0,0 0-1,0 0 1,-1 0 0,1 0 0,0 0-1,-1 1 1,1-1 0,-1 0 0,1 0-1,-1 0 1,1 1 0,-1-1 0,0 0 0,0 1-1,0-1 1,1 0 0,-1 1 0,-1-1-1,1 0 1,0 0 0,0 1 0,-1 0-1,1-1-42,0 0-1,-1 1 0,1-1 0,0 0 0,0 0 0,0 0 0,0 0 1,0 0-1,0 0 0,0 0 0,0 0 0,1 1 0,-1-1 1,0 0-1,1 0 0,-1 0 0,0 0 0,1 0 0,-1 0 0,1 0 1,0 0-1,-1 0 0,1-1 0,0 1 0,0 0 0,-1 0 0,1-1 1,0 1-1,0 0 0,0-1 0,0 1 0,0-1 0,0 1 1,0-1-1,0 1 0,1-1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AD5C0-7FB8-E0F4-BAFE-65C498AFF5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E20997-5C6C-1B81-3FA1-2F8C5B2BED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88579F-14A5-AC18-EB71-160C547C9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D6B63-7973-4513-BC84-C3DC84D916C6}" type="datetimeFigureOut">
              <a:rPr lang="en-CA" smtClean="0"/>
              <a:t>2025-11-20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24A932-B095-1E2D-6EBE-C86AAE672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2096C3-4F3E-9600-B981-275B44248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88D66-BEB3-4B0C-ADC7-EEA07B5C06B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351869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04887-7C9F-FDF6-09D5-3C0330729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FF89DA-743A-620C-92F5-45FA514031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456CB5-FCCC-FC5D-22A0-BF0C18CD4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D6B63-7973-4513-BC84-C3DC84D916C6}" type="datetimeFigureOut">
              <a:rPr lang="en-CA" smtClean="0"/>
              <a:t>2025-11-20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E5C876-1A2B-1A9B-E4D3-86462040A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E93593-89D4-FD74-6583-C0923118F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88D66-BEB3-4B0C-ADC7-EEA07B5C06B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98084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FAFA6-C0CD-DBA6-9C6B-4981668DD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44A28F-FCB9-4F36-FFFB-5A8788993B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592B86-1A3C-4CC8-665F-965890D1A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D6B63-7973-4513-BC84-C3DC84D916C6}" type="datetimeFigureOut">
              <a:rPr lang="en-CA" smtClean="0"/>
              <a:t>2025-11-20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B3E110-21D7-259F-6CAC-F9C5677B6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EC73EE-DE27-7399-F1E9-9B72476E3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88D66-BEB3-4B0C-ADC7-EEA07B5C06B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669084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284A3-6FF3-0BBC-7F1F-027FB5BFC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EEDCD5-3F22-45E0-B320-720809FC4E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0C569E-8B54-52D7-50B8-F8E0BC5454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913D8-1FDD-46B1-DEEE-70C7EA098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D6B63-7973-4513-BC84-C3DC84D916C6}" type="datetimeFigureOut">
              <a:rPr lang="en-CA" smtClean="0"/>
              <a:t>2025-11-20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57C476-C092-2098-94B3-72E8968E2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6AEC41-B877-36B9-5C20-2EB219C8C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88D66-BEB3-4B0C-ADC7-EEA07B5C06B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91500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603BC-BA60-A60C-0AA1-E846B923F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C8A6A2-0EE9-F822-C87C-42963941D1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A7DAA5-3D07-F961-7BCC-0AF1FD657F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3CCF73-C895-0502-D839-363D2B775C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1CB4B7E-096F-972C-9FB9-A8A8E01DD6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BEB8871-55EE-5712-269F-CD92F09C3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D6B63-7973-4513-BC84-C3DC84D916C6}" type="datetimeFigureOut">
              <a:rPr lang="en-CA" smtClean="0"/>
              <a:t>2025-11-20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E3AD7A5-91FC-8834-DA89-77EB4A25B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B47541-98E1-2375-E1E0-0798365EF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88D66-BEB3-4B0C-ADC7-EEA07B5C06B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225851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0961E-C70E-DA7F-79BC-99DFB835F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1F5E3E-D42B-42E2-CC73-AD3735B24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D6B63-7973-4513-BC84-C3DC84D916C6}" type="datetimeFigureOut">
              <a:rPr lang="en-CA" smtClean="0"/>
              <a:t>2025-11-20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2667E1-5BF9-ACE7-8264-EDB16DAC2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D94F72-4AAD-C4AE-6D21-D547C6886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88D66-BEB3-4B0C-ADC7-EEA07B5C06B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676272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FFD0F8-3A7F-8F22-5714-CE6AEE07D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D6B63-7973-4513-BC84-C3DC84D916C6}" type="datetimeFigureOut">
              <a:rPr lang="en-CA" smtClean="0"/>
              <a:t>2025-11-20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F0CB62-830B-E310-5206-231D62B4F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1601E7-3CBD-46DB-9C36-C4737E6C9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88D66-BEB3-4B0C-ADC7-EEA07B5C06B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789787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2DE95-38C7-8A74-99F5-CB778E5C3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F0B124-01A2-1C29-E04D-DAB581CC05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FED353-1234-68E0-376B-AE04F53274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D5ACCF-9C69-459F-541F-4D61FCF8D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D6B63-7973-4513-BC84-C3DC84D916C6}" type="datetimeFigureOut">
              <a:rPr lang="en-CA" smtClean="0"/>
              <a:t>2025-11-20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B9C979-0029-E21A-BB99-06FC57C3B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E635DE-CE09-C696-AB01-64E22AE5D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88D66-BEB3-4B0C-ADC7-EEA07B5C06B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829773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F1050-E809-DF39-4E7A-AF647FB0B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C64998-5791-1F21-D0A7-6841329CBE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C1B3CA-A5A9-23F5-47B4-FCD5BFF0BF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FF46CF-5BFD-ED9B-D6AB-A620238AE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D6B63-7973-4513-BC84-C3DC84D916C6}" type="datetimeFigureOut">
              <a:rPr lang="en-CA" smtClean="0"/>
              <a:t>2025-11-20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FB9A16-75B6-4B88-2A02-066E3210D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4499D1-AF01-CBA1-0407-97CEB5822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88D66-BEB3-4B0C-ADC7-EEA07B5C06B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909245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A2B52-5867-7BA0-9F2F-E118734B1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DD1CBF-320F-BEBC-7F93-A3ED5F2230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E57AED-D5EC-3B50-F641-D4DB97858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D6B63-7973-4513-BC84-C3DC84D916C6}" type="datetimeFigureOut">
              <a:rPr lang="en-CA" smtClean="0"/>
              <a:t>2025-11-20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79E095-3916-E8B8-3730-34849DFC4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B2362-5559-E758-782A-A861F6FCF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88D66-BEB3-4B0C-ADC7-EEA07B5C06B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855667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E8D0BD-60F7-D73E-CBAF-F33F300956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BC4567-60CD-5998-24FE-01048B6267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24B56D-E021-3777-0AA1-C7221DD79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D6B63-7973-4513-BC84-C3DC84D916C6}" type="datetimeFigureOut">
              <a:rPr lang="en-CA" smtClean="0"/>
              <a:t>2025-11-20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CCBC28-4AA8-F21A-202C-786F0AE59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1C02F1-FFD0-2BD5-6405-C359EC791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88D66-BEB3-4B0C-ADC7-EEA07B5C06B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31239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8D5843-9C28-662B-9BDB-2597AE6FE5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5BE8FE-3701-D6C6-CD73-3F33050FDF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F05B83-3A9A-29BC-DD29-811C9D74B0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3D6B63-7973-4513-BC84-C3DC84D916C6}" type="datetimeFigureOut">
              <a:rPr lang="en-CA" smtClean="0"/>
              <a:t>2025-11-20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3FA0C3-E880-F91A-3C98-B736D3C750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1BFF38-F69A-9928-6AFD-753DFDEF3D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288D66-BEB3-4B0C-ADC7-EEA07B5C06B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067740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6.png"/><Relationship Id="rId18" Type="http://schemas.openxmlformats.org/officeDocument/2006/relationships/customXml" Target="../ink/ink9.xml"/><Relationship Id="rId26" Type="http://schemas.openxmlformats.org/officeDocument/2006/relationships/customXml" Target="../ink/ink13.xml"/><Relationship Id="rId3" Type="http://schemas.openxmlformats.org/officeDocument/2006/relationships/image" Target="../media/image16.png"/><Relationship Id="rId21" Type="http://schemas.openxmlformats.org/officeDocument/2006/relationships/image" Target="../media/image10.png"/><Relationship Id="rId7" Type="http://schemas.openxmlformats.org/officeDocument/2006/relationships/image" Target="../media/image3.png"/><Relationship Id="rId12" Type="http://schemas.openxmlformats.org/officeDocument/2006/relationships/customXml" Target="../ink/ink6.xml"/><Relationship Id="rId17" Type="http://schemas.openxmlformats.org/officeDocument/2006/relationships/image" Target="../media/image8.png"/><Relationship Id="rId25" Type="http://schemas.openxmlformats.org/officeDocument/2006/relationships/image" Target="../media/image12.png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20" Type="http://schemas.openxmlformats.org/officeDocument/2006/relationships/customXml" Target="../ink/ink10.xml"/><Relationship Id="rId29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1" Type="http://schemas.openxmlformats.org/officeDocument/2006/relationships/image" Target="../media/image5.png"/><Relationship Id="rId24" Type="http://schemas.openxmlformats.org/officeDocument/2006/relationships/customXml" Target="../ink/ink12.xml"/><Relationship Id="rId5" Type="http://schemas.openxmlformats.org/officeDocument/2006/relationships/image" Target="../media/image2.png"/><Relationship Id="rId15" Type="http://schemas.openxmlformats.org/officeDocument/2006/relationships/image" Target="../media/image7.png"/><Relationship Id="rId23" Type="http://schemas.openxmlformats.org/officeDocument/2006/relationships/image" Target="../media/image11.png"/><Relationship Id="rId28" Type="http://schemas.openxmlformats.org/officeDocument/2006/relationships/customXml" Target="../ink/ink14.xml"/><Relationship Id="rId10" Type="http://schemas.openxmlformats.org/officeDocument/2006/relationships/customXml" Target="../ink/ink5.xml"/><Relationship Id="rId19" Type="http://schemas.openxmlformats.org/officeDocument/2006/relationships/image" Target="../media/image9.png"/><Relationship Id="rId4" Type="http://schemas.openxmlformats.org/officeDocument/2006/relationships/customXml" Target="../ink/ink2.xml"/><Relationship Id="rId9" Type="http://schemas.openxmlformats.org/officeDocument/2006/relationships/image" Target="../media/image4.png"/><Relationship Id="rId14" Type="http://schemas.openxmlformats.org/officeDocument/2006/relationships/customXml" Target="../ink/ink7.xml"/><Relationship Id="rId22" Type="http://schemas.openxmlformats.org/officeDocument/2006/relationships/customXml" Target="../ink/ink11.xml"/><Relationship Id="rId27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7EC6C1-067B-747C-D01A-980384FD5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182A26C5-AA49-1BE6-05B4-B5C52BB7CCC1}"/>
              </a:ext>
            </a:extLst>
          </p:cNvPr>
          <p:cNvSpPr/>
          <p:nvPr/>
        </p:nvSpPr>
        <p:spPr>
          <a:xfrm rot="2311774">
            <a:off x="5764453" y="2682581"/>
            <a:ext cx="1322877" cy="2401108"/>
          </a:xfrm>
          <a:prstGeom prst="ellipse">
            <a:avLst/>
          </a:prstGeom>
          <a:solidFill>
            <a:srgbClr val="7E694E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0F44DD5-BF58-A85A-B5E6-09BED460BB9C}"/>
              </a:ext>
            </a:extLst>
          </p:cNvPr>
          <p:cNvSpPr/>
          <p:nvPr/>
        </p:nvSpPr>
        <p:spPr>
          <a:xfrm rot="2939870">
            <a:off x="5277827" y="3996450"/>
            <a:ext cx="1237993" cy="1005737"/>
          </a:xfrm>
          <a:prstGeom prst="roundRect">
            <a:avLst>
              <a:gd name="adj" fmla="val 50000"/>
            </a:avLst>
          </a:prstGeom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1E51EBC-834B-BA45-3C39-E483458FFB7C}"/>
              </a:ext>
            </a:extLst>
          </p:cNvPr>
          <p:cNvGrpSpPr/>
          <p:nvPr/>
        </p:nvGrpSpPr>
        <p:grpSpPr>
          <a:xfrm>
            <a:off x="4872134" y="3253168"/>
            <a:ext cx="1190036" cy="1787274"/>
            <a:chOff x="4872134" y="3253168"/>
            <a:chExt cx="1190036" cy="1787274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AB12FFBB-1F94-2B69-DBF9-9F4EDB63BFF5}"/>
                </a:ext>
              </a:extLst>
            </p:cNvPr>
            <p:cNvSpPr/>
            <p:nvPr/>
          </p:nvSpPr>
          <p:spPr>
            <a:xfrm rot="8174236">
              <a:off x="4955877" y="3253168"/>
              <a:ext cx="606217" cy="1787274"/>
            </a:xfrm>
            <a:prstGeom prst="ellipse">
              <a:avLst/>
            </a:prstGeom>
            <a:solidFill>
              <a:srgbClr val="7E694E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00F4E7B9-73D0-E1AB-1FC1-F932AF574AF4}"/>
                </a:ext>
              </a:extLst>
            </p:cNvPr>
            <p:cNvSpPr/>
            <p:nvPr/>
          </p:nvSpPr>
          <p:spPr>
            <a:xfrm rot="2612015">
              <a:off x="4872134" y="3987757"/>
              <a:ext cx="1190036" cy="669019"/>
            </a:xfrm>
            <a:prstGeom prst="roundRect">
              <a:avLst/>
            </a:prstGeom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079020F-AEBD-A205-D4E7-60D9962157C4}"/>
              </a:ext>
            </a:extLst>
          </p:cNvPr>
          <p:cNvSpPr/>
          <p:nvPr/>
        </p:nvSpPr>
        <p:spPr>
          <a:xfrm rot="2465462">
            <a:off x="5298754" y="4042294"/>
            <a:ext cx="1362541" cy="734851"/>
          </a:xfrm>
          <a:prstGeom prst="roundRect">
            <a:avLst>
              <a:gd name="adj" fmla="val 43825"/>
            </a:avLst>
          </a:prstGeom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336AC01-2DEE-483E-C31B-C670A3530E06}"/>
              </a:ext>
            </a:extLst>
          </p:cNvPr>
          <p:cNvSpPr/>
          <p:nvPr/>
        </p:nvSpPr>
        <p:spPr>
          <a:xfrm>
            <a:off x="4459224" y="3986784"/>
            <a:ext cx="3273552" cy="603504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98C3BAF4-BB8D-0513-0C82-485D0A787C1A}"/>
              </a:ext>
            </a:extLst>
          </p:cNvPr>
          <p:cNvSpPr/>
          <p:nvPr/>
        </p:nvSpPr>
        <p:spPr>
          <a:xfrm rot="2311774">
            <a:off x="3958117" y="3300984"/>
            <a:ext cx="533400" cy="1691640"/>
          </a:xfrm>
          <a:prstGeom prst="ellipse">
            <a:avLst/>
          </a:prstGeom>
          <a:solidFill>
            <a:srgbClr val="7E694E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568C544-CC9F-50B6-2ADF-C0DD3FD70D4D}"/>
              </a:ext>
            </a:extLst>
          </p:cNvPr>
          <p:cNvSpPr/>
          <p:nvPr/>
        </p:nvSpPr>
        <p:spPr>
          <a:xfrm>
            <a:off x="5925312" y="1124712"/>
            <a:ext cx="2185416" cy="2048256"/>
          </a:xfrm>
          <a:prstGeom prst="ellipse">
            <a:avLst/>
          </a:prstGeom>
          <a:solidFill>
            <a:srgbClr val="7E694E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E0D247F-A5BC-6C14-37CB-93A40BAA6985}"/>
              </a:ext>
            </a:extLst>
          </p:cNvPr>
          <p:cNvSpPr/>
          <p:nvPr/>
        </p:nvSpPr>
        <p:spPr>
          <a:xfrm>
            <a:off x="5084064" y="4005452"/>
            <a:ext cx="474740" cy="5688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25CF30D-8237-1B7C-C1FF-019BF3C58C0B}"/>
              </a:ext>
            </a:extLst>
          </p:cNvPr>
          <p:cNvSpPr/>
          <p:nvPr/>
        </p:nvSpPr>
        <p:spPr>
          <a:xfrm>
            <a:off x="6457103" y="4004136"/>
            <a:ext cx="474740" cy="5688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0D6132F-B874-11D1-3F04-374BFCF5F30A}"/>
              </a:ext>
            </a:extLst>
          </p:cNvPr>
          <p:cNvSpPr/>
          <p:nvPr/>
        </p:nvSpPr>
        <p:spPr>
          <a:xfrm rot="1875076">
            <a:off x="6159190" y="3086972"/>
            <a:ext cx="533400" cy="1691640"/>
          </a:xfrm>
          <a:prstGeom prst="ellipse">
            <a:avLst/>
          </a:prstGeom>
          <a:solidFill>
            <a:srgbClr val="7E694E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344253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BD2E09AC-5EE6-E7D0-540E-DAAEEF58E3C7}"/>
              </a:ext>
            </a:extLst>
          </p:cNvPr>
          <p:cNvSpPr/>
          <p:nvPr/>
        </p:nvSpPr>
        <p:spPr>
          <a:xfrm>
            <a:off x="3018182" y="1782417"/>
            <a:ext cx="6155635" cy="3293165"/>
          </a:xfrm>
          <a:prstGeom prst="wedgeRoundRectCallout">
            <a:avLst>
              <a:gd name="adj1" fmla="val -33498"/>
              <a:gd name="adj2" fmla="val 87535"/>
              <a:gd name="adj3" fmla="val 16667"/>
            </a:avLst>
          </a:prstGeom>
          <a:gradFill flip="none" rotWithShape="1">
            <a:gsLst>
              <a:gs pos="0">
                <a:srgbClr val="FEF5F0"/>
              </a:gs>
              <a:gs pos="41000">
                <a:srgbClr val="F9D9F0"/>
              </a:gs>
              <a:gs pos="86000">
                <a:schemeClr val="accent2">
                  <a:lumMod val="40000"/>
                  <a:lumOff val="60000"/>
                </a:schemeClr>
              </a:gs>
              <a:gs pos="100000">
                <a:schemeClr val="accent2">
                  <a:lumMod val="40000"/>
                  <a:lumOff val="60000"/>
                </a:schemeClr>
              </a:gs>
            </a:gsLst>
            <a:lin ang="16200000" scaled="1"/>
            <a:tileRect/>
          </a:gra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238871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0EAA05F-DCAD-DDFE-A239-FAC51115486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664" y="837975"/>
            <a:ext cx="4968671" cy="5182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4595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91F5A-2931-DA05-996C-C3AF54F9C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F1E1D83-8647-D8F1-20D8-9CFD155D3A6F}"/>
              </a:ext>
            </a:extLst>
          </p:cNvPr>
          <p:cNvSpPr/>
          <p:nvPr/>
        </p:nvSpPr>
        <p:spPr>
          <a:xfrm>
            <a:off x="5976729" y="2372139"/>
            <a:ext cx="231913" cy="210047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0232D68-4913-E6B1-EF50-F6ED69549F83}"/>
              </a:ext>
            </a:extLst>
          </p:cNvPr>
          <p:cNvSpPr/>
          <p:nvPr/>
        </p:nvSpPr>
        <p:spPr>
          <a:xfrm>
            <a:off x="5003292" y="3302707"/>
            <a:ext cx="2173356" cy="2849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198658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BC2A157-856C-5503-41A7-79A7512461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9720943"/>
              </p:ext>
            </p:extLst>
          </p:nvPr>
        </p:nvGraphicFramePr>
        <p:xfrm>
          <a:off x="3936000" y="1269000"/>
          <a:ext cx="4320000" cy="43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79615470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99771191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841226213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064738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06855632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633800513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7524779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B5B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B5B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8026415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B5B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B5B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7999139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B5B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B5B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5463400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F9F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B5B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F9F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F9F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7576756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B5B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76606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22651F2-FD77-AE41-567B-84EB40AC6F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473647"/>
              </p:ext>
            </p:extLst>
          </p:nvPr>
        </p:nvGraphicFramePr>
        <p:xfrm>
          <a:off x="2297546" y="1284298"/>
          <a:ext cx="7200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754233225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6965903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4404539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005473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8269565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B5B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11820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65512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3EA987-89B8-8982-7365-0566F6B8D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2686CE7-8329-8C9C-D378-C4B3A7EE3F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8908284"/>
              </p:ext>
            </p:extLst>
          </p:nvPr>
        </p:nvGraphicFramePr>
        <p:xfrm>
          <a:off x="3936000" y="1269000"/>
          <a:ext cx="4320000" cy="43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79615470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99771191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841226213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064738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06855632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633800513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F9F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B5B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B5B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7524779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8026415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F9F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7999139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F9F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F9F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5463400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B5B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7576756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B5B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B5B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B5B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76606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3AD4181-D863-9EF4-617C-DEF561BE211C}"/>
              </a:ext>
            </a:extLst>
          </p:cNvPr>
          <p:cNvGraphicFramePr>
            <a:graphicFrameLocks noGrp="1"/>
          </p:cNvGraphicFramePr>
          <p:nvPr/>
        </p:nvGraphicFramePr>
        <p:xfrm>
          <a:off x="2297546" y="1284298"/>
          <a:ext cx="7200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754233225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6965903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4404539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005473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8269565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B5B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11820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76897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B6107E-1E8E-C7C8-42D6-F269CB1F29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FD86255-5958-8F91-4678-03855A5C98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9621687"/>
              </p:ext>
            </p:extLst>
          </p:nvPr>
        </p:nvGraphicFramePr>
        <p:xfrm>
          <a:off x="3936000" y="1269000"/>
          <a:ext cx="4320000" cy="43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79615470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99771191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841226213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064738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06855632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633800513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F9F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7524779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B5B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8026415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F9F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B5B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B5B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7999139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F9F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5463400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7576756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F9F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76606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716BEAF-5940-D274-8A72-6B0626395A13}"/>
              </a:ext>
            </a:extLst>
          </p:cNvPr>
          <p:cNvGraphicFramePr>
            <a:graphicFrameLocks noGrp="1"/>
          </p:cNvGraphicFramePr>
          <p:nvPr/>
        </p:nvGraphicFramePr>
        <p:xfrm>
          <a:off x="2297546" y="1284298"/>
          <a:ext cx="7200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754233225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6965903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4404539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005473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8269565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B5B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11820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84634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6F1E3E-F239-7169-095E-9EBD10181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7AA9FDA-C7B7-2F4E-FB0B-138AC24E0C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5537383"/>
              </p:ext>
            </p:extLst>
          </p:nvPr>
        </p:nvGraphicFramePr>
        <p:xfrm>
          <a:off x="3936000" y="1269000"/>
          <a:ext cx="4320000" cy="43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79615470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99771191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841226213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064738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06855632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633800513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B5B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7524779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B5B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F9F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F9F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8026415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B5B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F9F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B5B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B5B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F9F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7999139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B5B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F9F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5463400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B5B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F9F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7576756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76606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313875C-C41A-C21B-5C89-026667E3BD00}"/>
              </a:ext>
            </a:extLst>
          </p:cNvPr>
          <p:cNvGraphicFramePr>
            <a:graphicFrameLocks noGrp="1"/>
          </p:cNvGraphicFramePr>
          <p:nvPr/>
        </p:nvGraphicFramePr>
        <p:xfrm>
          <a:off x="2297546" y="1284298"/>
          <a:ext cx="7200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754233225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6965903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4404539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005473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8269565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B5B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11820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18877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72AF426-EFEE-8776-0452-94061DD4138E}"/>
              </a:ext>
            </a:extLst>
          </p:cNvPr>
          <p:cNvSpPr/>
          <p:nvPr/>
        </p:nvSpPr>
        <p:spPr>
          <a:xfrm>
            <a:off x="-9236" y="0"/>
            <a:ext cx="12247418" cy="6858000"/>
          </a:xfrm>
          <a:prstGeom prst="rect">
            <a:avLst/>
          </a:prstGeom>
          <a:gradFill>
            <a:gsLst>
              <a:gs pos="28000">
                <a:srgbClr val="B9F9F7"/>
              </a:gs>
              <a:gs pos="51000">
                <a:srgbClr val="6CF2EF"/>
              </a:gs>
              <a:gs pos="74000">
                <a:srgbClr val="15EBE6"/>
              </a:gs>
              <a:gs pos="100000">
                <a:srgbClr val="0FB5B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2ED843C-2C36-3A84-2E7A-526E74190A9E}"/>
              </a:ext>
            </a:extLst>
          </p:cNvPr>
          <p:cNvSpPr/>
          <p:nvPr/>
        </p:nvSpPr>
        <p:spPr>
          <a:xfrm>
            <a:off x="664516" y="1444487"/>
            <a:ext cx="10899913" cy="3969026"/>
          </a:xfrm>
          <a:prstGeom prst="roundRect">
            <a:avLst>
              <a:gd name="adj" fmla="val 50000"/>
            </a:avLst>
          </a:prstGeom>
          <a:solidFill>
            <a:srgbClr val="B9F9F7"/>
          </a:solidFill>
          <a:ln>
            <a:solidFill>
              <a:srgbClr val="0FB5B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1500" i="1" dirty="0">
              <a:solidFill>
                <a:srgbClr val="0FB5B1"/>
              </a:solidFill>
              <a:latin typeface="VCR OSD Mono" panose="02000609000000000000" pitchFamily="49" charset="0"/>
            </a:endParaRP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5B1535ED-25A0-451A-B9A5-E60E0E16E4C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21645604"/>
              </p:ext>
            </p:extLst>
          </p:nvPr>
        </p:nvGraphicFramePr>
        <p:xfrm>
          <a:off x="664515" y="1318594"/>
          <a:ext cx="10899913" cy="39690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E2B30DC2-26A0-F33D-51FB-1764898C2CFF}"/>
              </a:ext>
            </a:extLst>
          </p:cNvPr>
          <p:cNvSpPr txBox="1"/>
          <p:nvPr/>
        </p:nvSpPr>
        <p:spPr>
          <a:xfrm>
            <a:off x="664514" y="2491412"/>
            <a:ext cx="10899913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1500" b="1" i="1" dirty="0">
                <a:solidFill>
                  <a:srgbClr val="0FB5B1"/>
                </a:solidFill>
                <a:latin typeface="VCR OSD Mono" panose="02000609000000000000" pitchFamily="49" charset="0"/>
              </a:rPr>
              <a:t>WAVEMAKERS</a:t>
            </a:r>
          </a:p>
        </p:txBody>
      </p:sp>
    </p:spTree>
    <p:extLst>
      <p:ext uri="{BB962C8B-B14F-4D97-AF65-F5344CB8AC3E}">
        <p14:creationId xmlns:p14="http://schemas.microsoft.com/office/powerpoint/2010/main" val="31682176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BD688D-DE36-2412-6201-E72EAB0F6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580BCB8-5A93-7AA9-A469-A2EA6DC2B29E}"/>
              </a:ext>
            </a:extLst>
          </p:cNvPr>
          <p:cNvSpPr/>
          <p:nvPr/>
        </p:nvSpPr>
        <p:spPr>
          <a:xfrm>
            <a:off x="-9236" y="0"/>
            <a:ext cx="12247418" cy="6858000"/>
          </a:xfrm>
          <a:prstGeom prst="rect">
            <a:avLst/>
          </a:prstGeom>
          <a:gradFill>
            <a:gsLst>
              <a:gs pos="28000">
                <a:srgbClr val="B9F9F7"/>
              </a:gs>
              <a:gs pos="51000">
                <a:srgbClr val="6CF2EF"/>
              </a:gs>
              <a:gs pos="74000">
                <a:srgbClr val="15EBE6"/>
              </a:gs>
              <a:gs pos="100000">
                <a:srgbClr val="0FB5B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EA16BB6-C528-2B0C-FC3C-F2B9CABA7D55}"/>
              </a:ext>
            </a:extLst>
          </p:cNvPr>
          <p:cNvSpPr/>
          <p:nvPr/>
        </p:nvSpPr>
        <p:spPr>
          <a:xfrm>
            <a:off x="664516" y="1444487"/>
            <a:ext cx="10899913" cy="3969026"/>
          </a:xfrm>
          <a:prstGeom prst="roundRect">
            <a:avLst>
              <a:gd name="adj" fmla="val 50000"/>
            </a:avLst>
          </a:prstGeom>
          <a:gradFill>
            <a:gsLst>
              <a:gs pos="10000">
                <a:schemeClr val="accent2">
                  <a:lumMod val="20000"/>
                  <a:lumOff val="80000"/>
                </a:schemeClr>
              </a:gs>
              <a:gs pos="41000">
                <a:schemeClr val="accent2">
                  <a:lumMod val="40000"/>
                  <a:lumOff val="60000"/>
                </a:schemeClr>
              </a:gs>
              <a:gs pos="71000">
                <a:srgbClr val="FCEAF7"/>
              </a:gs>
              <a:gs pos="100000">
                <a:srgbClr val="F9D9F0"/>
              </a:gs>
            </a:gsLst>
            <a:lin ang="5400000" scaled="1"/>
          </a:gradFill>
          <a:ln>
            <a:solidFill>
              <a:srgbClr val="0FB5B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1500" i="1" dirty="0">
              <a:solidFill>
                <a:srgbClr val="0FB5B1"/>
              </a:solidFill>
              <a:latin typeface="VCR OSD Mono" panose="02000609000000000000" pitchFamily="49" charset="0"/>
            </a:endParaRP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1E45AC4A-D7E8-7FB5-E64F-9BA9260F04A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49176446"/>
              </p:ext>
            </p:extLst>
          </p:nvPr>
        </p:nvGraphicFramePr>
        <p:xfrm>
          <a:off x="664515" y="1318594"/>
          <a:ext cx="10899913" cy="39690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AD1BA72A-5598-BD76-E6F1-7430580AB714}"/>
              </a:ext>
            </a:extLst>
          </p:cNvPr>
          <p:cNvSpPr txBox="1"/>
          <p:nvPr/>
        </p:nvSpPr>
        <p:spPr>
          <a:xfrm>
            <a:off x="664514" y="2491412"/>
            <a:ext cx="10899913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1500" b="1" i="1" dirty="0">
                <a:solidFill>
                  <a:srgbClr val="0FB5B1"/>
                </a:solidFill>
                <a:latin typeface="VCR OSD Mono" panose="02000609000000000000" pitchFamily="49" charset="0"/>
              </a:rPr>
              <a:t>WAVEMAKERS</a:t>
            </a:r>
          </a:p>
        </p:txBody>
      </p:sp>
    </p:spTree>
    <p:extLst>
      <p:ext uri="{BB962C8B-B14F-4D97-AF65-F5344CB8AC3E}">
        <p14:creationId xmlns:p14="http://schemas.microsoft.com/office/powerpoint/2010/main" val="42715322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179561C-8ABA-CB00-02EF-3D61A8196233}"/>
              </a:ext>
            </a:extLst>
          </p:cNvPr>
          <p:cNvSpPr/>
          <p:nvPr/>
        </p:nvSpPr>
        <p:spPr>
          <a:xfrm>
            <a:off x="-9236" y="0"/>
            <a:ext cx="12247418" cy="2968602"/>
          </a:xfrm>
          <a:prstGeom prst="rect">
            <a:avLst/>
          </a:prstGeom>
          <a:gradFill>
            <a:gsLst>
              <a:gs pos="0">
                <a:srgbClr val="FCEAF7"/>
              </a:gs>
              <a:gs pos="24000">
                <a:srgbClr val="F9D9F0"/>
              </a:gs>
              <a:gs pos="70000">
                <a:schemeClr val="accent2">
                  <a:lumMod val="40000"/>
                  <a:lumOff val="60000"/>
                </a:schemeClr>
              </a:gs>
              <a:gs pos="100000">
                <a:schemeClr val="accent2">
                  <a:lumMod val="40000"/>
                  <a:lumOff val="6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EE97CB8F-4524-392C-3550-0EAD6A4A7291}"/>
              </a:ext>
            </a:extLst>
          </p:cNvPr>
          <p:cNvSpPr/>
          <p:nvPr/>
        </p:nvSpPr>
        <p:spPr>
          <a:xfrm>
            <a:off x="-9236" y="2733694"/>
            <a:ext cx="12238181" cy="878097"/>
          </a:xfrm>
          <a:custGeom>
            <a:avLst/>
            <a:gdLst>
              <a:gd name="connsiteX0" fmla="*/ 0 w 12238181"/>
              <a:gd name="connsiteY0" fmla="*/ 425142 h 878097"/>
              <a:gd name="connsiteX1" fmla="*/ 1533236 w 12238181"/>
              <a:gd name="connsiteY1" fmla="*/ 270 h 878097"/>
              <a:gd name="connsiteX2" fmla="*/ 4294909 w 12238181"/>
              <a:gd name="connsiteY2" fmla="*/ 360488 h 878097"/>
              <a:gd name="connsiteX3" fmla="*/ 7564581 w 12238181"/>
              <a:gd name="connsiteY3" fmla="*/ 342015 h 878097"/>
              <a:gd name="connsiteX4" fmla="*/ 10400145 w 12238181"/>
              <a:gd name="connsiteY4" fmla="*/ 877724 h 878097"/>
              <a:gd name="connsiteX5" fmla="*/ 12238181 w 12238181"/>
              <a:gd name="connsiteY5" fmla="*/ 249651 h 8780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238181" h="878097">
                <a:moveTo>
                  <a:pt x="0" y="425142"/>
                </a:moveTo>
                <a:cubicBezTo>
                  <a:pt x="408709" y="218094"/>
                  <a:pt x="817418" y="11046"/>
                  <a:pt x="1533236" y="270"/>
                </a:cubicBezTo>
                <a:cubicBezTo>
                  <a:pt x="2249054" y="-10506"/>
                  <a:pt x="3289685" y="303530"/>
                  <a:pt x="4294909" y="360488"/>
                </a:cubicBezTo>
                <a:cubicBezTo>
                  <a:pt x="5300133" y="417446"/>
                  <a:pt x="6547042" y="255809"/>
                  <a:pt x="7564581" y="342015"/>
                </a:cubicBezTo>
                <a:cubicBezTo>
                  <a:pt x="8582120" y="428221"/>
                  <a:pt x="9621212" y="893118"/>
                  <a:pt x="10400145" y="877724"/>
                </a:cubicBezTo>
                <a:cubicBezTo>
                  <a:pt x="11179078" y="862330"/>
                  <a:pt x="11856411" y="351251"/>
                  <a:pt x="12238181" y="249651"/>
                </a:cubicBezTo>
              </a:path>
            </a:pathLst>
          </a:custGeom>
          <a:noFill/>
          <a:ln>
            <a:solidFill>
              <a:srgbClr val="B9F9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F1C6C4D-CAB7-5921-2EA3-30D529859237}"/>
              </a:ext>
            </a:extLst>
          </p:cNvPr>
          <p:cNvSpPr/>
          <p:nvPr/>
        </p:nvSpPr>
        <p:spPr>
          <a:xfrm>
            <a:off x="0" y="3897744"/>
            <a:ext cx="12192000" cy="296025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066BF4C-F2A4-2C99-2F34-D4D3E80370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060345"/>
              </p:ext>
            </p:extLst>
          </p:nvPr>
        </p:nvGraphicFramePr>
        <p:xfrm>
          <a:off x="0" y="2804219"/>
          <a:ext cx="12192000" cy="10935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35929963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10733125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20072416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60256865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5438893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49652372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426191596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06360718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12149914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46848003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48880611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429721829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40896157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78933446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31838117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98473977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29186941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38240411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272380569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897212746"/>
                    </a:ext>
                  </a:extLst>
                </a:gridCol>
              </a:tblGrid>
              <a:tr h="218705"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229915"/>
                  </a:ext>
                </a:extLst>
              </a:tr>
              <a:tr h="218705"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080502"/>
                  </a:ext>
                </a:extLst>
              </a:tr>
              <a:tr h="218705"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9421117"/>
                  </a:ext>
                </a:extLst>
              </a:tr>
              <a:tr h="218705"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2068512"/>
                  </a:ext>
                </a:extLst>
              </a:tr>
              <a:tr h="218705"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3356602"/>
                  </a:ext>
                </a:extLst>
              </a:tr>
            </a:tbl>
          </a:graphicData>
        </a:graphic>
      </p:graphicFrame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918BA9F-C01E-23A5-5706-2DFF83FDA46C}"/>
              </a:ext>
            </a:extLst>
          </p:cNvPr>
          <p:cNvSpPr/>
          <p:nvPr/>
        </p:nvSpPr>
        <p:spPr>
          <a:xfrm>
            <a:off x="0" y="1246909"/>
            <a:ext cx="12256655" cy="1721693"/>
          </a:xfrm>
          <a:custGeom>
            <a:avLst/>
            <a:gdLst>
              <a:gd name="connsiteX0" fmla="*/ 0 w 12256655"/>
              <a:gd name="connsiteY0" fmla="*/ 1866468 h 2401291"/>
              <a:gd name="connsiteX1" fmla="*/ 1154545 w 12256655"/>
              <a:gd name="connsiteY1" fmla="*/ 1109087 h 2401291"/>
              <a:gd name="connsiteX2" fmla="*/ 2198255 w 12256655"/>
              <a:gd name="connsiteY2" fmla="*/ 1700214 h 2401291"/>
              <a:gd name="connsiteX3" fmla="*/ 2770909 w 12256655"/>
              <a:gd name="connsiteY3" fmla="*/ 1487778 h 2401291"/>
              <a:gd name="connsiteX4" fmla="*/ 3639127 w 12256655"/>
              <a:gd name="connsiteY4" fmla="*/ 2023487 h 2401291"/>
              <a:gd name="connsiteX5" fmla="*/ 4350327 w 12256655"/>
              <a:gd name="connsiteY5" fmla="*/ 1044432 h 2401291"/>
              <a:gd name="connsiteX6" fmla="*/ 4701309 w 12256655"/>
              <a:gd name="connsiteY6" fmla="*/ 1099850 h 2401291"/>
              <a:gd name="connsiteX7" fmla="*/ 5218545 w 12256655"/>
              <a:gd name="connsiteY7" fmla="*/ 739632 h 2401291"/>
              <a:gd name="connsiteX8" fmla="*/ 5892800 w 12256655"/>
              <a:gd name="connsiteY8" fmla="*/ 841232 h 2401291"/>
              <a:gd name="connsiteX9" fmla="*/ 6733309 w 12256655"/>
              <a:gd name="connsiteY9" fmla="*/ 37668 h 2401291"/>
              <a:gd name="connsiteX10" fmla="*/ 7112000 w 12256655"/>
              <a:gd name="connsiteY10" fmla="*/ 203923 h 2401291"/>
              <a:gd name="connsiteX11" fmla="*/ 7435273 w 12256655"/>
              <a:gd name="connsiteY11" fmla="*/ 841232 h 2401291"/>
              <a:gd name="connsiteX12" fmla="*/ 8515927 w 12256655"/>
              <a:gd name="connsiteY12" fmla="*/ 1561668 h 2401291"/>
              <a:gd name="connsiteX13" fmla="*/ 9310255 w 12256655"/>
              <a:gd name="connsiteY13" fmla="*/ 2392941 h 2401291"/>
              <a:gd name="connsiteX14" fmla="*/ 10649527 w 12256655"/>
              <a:gd name="connsiteY14" fmla="*/ 1949596 h 2401291"/>
              <a:gd name="connsiteX15" fmla="*/ 11342255 w 12256655"/>
              <a:gd name="connsiteY15" fmla="*/ 1303050 h 2401291"/>
              <a:gd name="connsiteX16" fmla="*/ 12256655 w 12256655"/>
              <a:gd name="connsiteY16" fmla="*/ 1533959 h 24012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2256655" h="2401291">
                <a:moveTo>
                  <a:pt x="0" y="1866468"/>
                </a:moveTo>
                <a:cubicBezTo>
                  <a:pt x="394084" y="1501632"/>
                  <a:pt x="788169" y="1136796"/>
                  <a:pt x="1154545" y="1109087"/>
                </a:cubicBezTo>
                <a:cubicBezTo>
                  <a:pt x="1520921" y="1081378"/>
                  <a:pt x="1928861" y="1637099"/>
                  <a:pt x="2198255" y="1700214"/>
                </a:cubicBezTo>
                <a:cubicBezTo>
                  <a:pt x="2467649" y="1763329"/>
                  <a:pt x="2530764" y="1433899"/>
                  <a:pt x="2770909" y="1487778"/>
                </a:cubicBezTo>
                <a:cubicBezTo>
                  <a:pt x="3011054" y="1541657"/>
                  <a:pt x="3375891" y="2097378"/>
                  <a:pt x="3639127" y="2023487"/>
                </a:cubicBezTo>
                <a:cubicBezTo>
                  <a:pt x="3902363" y="1949596"/>
                  <a:pt x="4173297" y="1198371"/>
                  <a:pt x="4350327" y="1044432"/>
                </a:cubicBezTo>
                <a:cubicBezTo>
                  <a:pt x="4527357" y="890493"/>
                  <a:pt x="4556606" y="1150650"/>
                  <a:pt x="4701309" y="1099850"/>
                </a:cubicBezTo>
                <a:cubicBezTo>
                  <a:pt x="4846012" y="1049050"/>
                  <a:pt x="5019963" y="782735"/>
                  <a:pt x="5218545" y="739632"/>
                </a:cubicBezTo>
                <a:cubicBezTo>
                  <a:pt x="5417127" y="696529"/>
                  <a:pt x="5640339" y="958226"/>
                  <a:pt x="5892800" y="841232"/>
                </a:cubicBezTo>
                <a:cubicBezTo>
                  <a:pt x="6145261" y="724238"/>
                  <a:pt x="6530109" y="143886"/>
                  <a:pt x="6733309" y="37668"/>
                </a:cubicBezTo>
                <a:cubicBezTo>
                  <a:pt x="6936509" y="-68550"/>
                  <a:pt x="6995006" y="69996"/>
                  <a:pt x="7112000" y="203923"/>
                </a:cubicBezTo>
                <a:cubicBezTo>
                  <a:pt x="7228994" y="337850"/>
                  <a:pt x="7201285" y="614941"/>
                  <a:pt x="7435273" y="841232"/>
                </a:cubicBezTo>
                <a:cubicBezTo>
                  <a:pt x="7669261" y="1067523"/>
                  <a:pt x="8203430" y="1303050"/>
                  <a:pt x="8515927" y="1561668"/>
                </a:cubicBezTo>
                <a:cubicBezTo>
                  <a:pt x="8828424" y="1820286"/>
                  <a:pt x="8954655" y="2328286"/>
                  <a:pt x="9310255" y="2392941"/>
                </a:cubicBezTo>
                <a:cubicBezTo>
                  <a:pt x="9665855" y="2457596"/>
                  <a:pt x="10310860" y="2131244"/>
                  <a:pt x="10649527" y="1949596"/>
                </a:cubicBezTo>
                <a:cubicBezTo>
                  <a:pt x="10988194" y="1767948"/>
                  <a:pt x="11074400" y="1372323"/>
                  <a:pt x="11342255" y="1303050"/>
                </a:cubicBezTo>
                <a:cubicBezTo>
                  <a:pt x="11610110" y="1233777"/>
                  <a:pt x="12071928" y="1461608"/>
                  <a:pt x="12256655" y="1533959"/>
                </a:cubicBezTo>
              </a:path>
            </a:pathLst>
          </a:custGeom>
          <a:noFill/>
          <a:ln>
            <a:solidFill>
              <a:srgbClr val="0FB5B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E5AB0EEE-D4D3-EC0D-2543-3055D757647A}"/>
                  </a:ext>
                </a:extLst>
              </p14:cNvPr>
              <p14:cNvContentPartPr/>
              <p14:nvPr/>
            </p14:nvContentPartPr>
            <p14:xfrm>
              <a:off x="6410310" y="1281004"/>
              <a:ext cx="312480" cy="2145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E5AB0EEE-D4D3-EC0D-2543-3055D757647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392310" y="1263004"/>
                <a:ext cx="348120" cy="25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1EFD43A9-5FED-D2E0-9B1F-521E2A6A8B40}"/>
                  </a:ext>
                </a:extLst>
              </p14:cNvPr>
              <p14:cNvContentPartPr/>
              <p14:nvPr/>
            </p14:nvContentPartPr>
            <p14:xfrm>
              <a:off x="6736470" y="1239964"/>
              <a:ext cx="442800" cy="2487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1EFD43A9-5FED-D2E0-9B1F-521E2A6A8B4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718470" y="1222324"/>
                <a:ext cx="478440" cy="284400"/>
              </a:xfrm>
              <a:prstGeom prst="rect">
                <a:avLst/>
              </a:prstGeom>
            </p:spPr>
          </p:pic>
        </mc:Fallback>
      </mc:AlternateContent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FB1464B-DC2B-9187-D05D-636BE782BB30}"/>
              </a:ext>
            </a:extLst>
          </p:cNvPr>
          <p:cNvSpPr/>
          <p:nvPr/>
        </p:nvSpPr>
        <p:spPr>
          <a:xfrm>
            <a:off x="6403181" y="1426343"/>
            <a:ext cx="778669" cy="73845"/>
          </a:xfrm>
          <a:custGeom>
            <a:avLst/>
            <a:gdLst>
              <a:gd name="connsiteX0" fmla="*/ 0 w 778669"/>
              <a:gd name="connsiteY0" fmla="*/ 71463 h 73845"/>
              <a:gd name="connsiteX1" fmla="*/ 216694 w 778669"/>
              <a:gd name="connsiteY1" fmla="*/ 14313 h 73845"/>
              <a:gd name="connsiteX2" fmla="*/ 311944 w 778669"/>
              <a:gd name="connsiteY2" fmla="*/ 40507 h 73845"/>
              <a:gd name="connsiteX3" fmla="*/ 485775 w 778669"/>
              <a:gd name="connsiteY3" fmla="*/ 26 h 73845"/>
              <a:gd name="connsiteX4" fmla="*/ 576263 w 778669"/>
              <a:gd name="connsiteY4" fmla="*/ 47651 h 73845"/>
              <a:gd name="connsiteX5" fmla="*/ 711994 w 778669"/>
              <a:gd name="connsiteY5" fmla="*/ 4788 h 73845"/>
              <a:gd name="connsiteX6" fmla="*/ 778669 w 778669"/>
              <a:gd name="connsiteY6" fmla="*/ 73845 h 73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78669" h="73845">
                <a:moveTo>
                  <a:pt x="0" y="71463"/>
                </a:moveTo>
                <a:cubicBezTo>
                  <a:pt x="82351" y="45467"/>
                  <a:pt x="164703" y="19472"/>
                  <a:pt x="216694" y="14313"/>
                </a:cubicBezTo>
                <a:cubicBezTo>
                  <a:pt x="268685" y="9154"/>
                  <a:pt x="267097" y="42888"/>
                  <a:pt x="311944" y="40507"/>
                </a:cubicBezTo>
                <a:cubicBezTo>
                  <a:pt x="356791" y="38126"/>
                  <a:pt x="441722" y="-1165"/>
                  <a:pt x="485775" y="26"/>
                </a:cubicBezTo>
                <a:cubicBezTo>
                  <a:pt x="529828" y="1217"/>
                  <a:pt x="538560" y="46857"/>
                  <a:pt x="576263" y="47651"/>
                </a:cubicBezTo>
                <a:cubicBezTo>
                  <a:pt x="613966" y="48445"/>
                  <a:pt x="678260" y="422"/>
                  <a:pt x="711994" y="4788"/>
                </a:cubicBezTo>
                <a:cubicBezTo>
                  <a:pt x="745728" y="9154"/>
                  <a:pt x="765969" y="64320"/>
                  <a:pt x="778669" y="73845"/>
                </a:cubicBez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6CA41BCB-DAE3-4613-E51B-07C62B1898B8}"/>
                  </a:ext>
                </a:extLst>
              </p14:cNvPr>
              <p14:cNvContentPartPr/>
              <p14:nvPr/>
            </p14:nvContentPartPr>
            <p14:xfrm>
              <a:off x="6714870" y="1311964"/>
              <a:ext cx="264600" cy="4068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6CA41BCB-DAE3-4613-E51B-07C62B1898B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696870" y="1293964"/>
                <a:ext cx="300240" cy="7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4A9EA86A-C394-2969-F60B-BEDFEAFEA0D7}"/>
                  </a:ext>
                </a:extLst>
              </p14:cNvPr>
              <p14:cNvContentPartPr/>
              <p14:nvPr/>
            </p14:nvContentPartPr>
            <p14:xfrm>
              <a:off x="6641070" y="1356964"/>
              <a:ext cx="298440" cy="5256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4A9EA86A-C394-2969-F60B-BEDFEAFEA0D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623070" y="1338964"/>
                <a:ext cx="334080" cy="88200"/>
              </a:xfrm>
              <a:prstGeom prst="rect">
                <a:avLst/>
              </a:prstGeom>
            </p:spPr>
          </p:pic>
        </mc:Fallback>
      </mc:AlternateContent>
      <p:grpSp>
        <p:nvGrpSpPr>
          <p:cNvPr id="36" name="Group 35">
            <a:extLst>
              <a:ext uri="{FF2B5EF4-FFF2-40B4-BE49-F238E27FC236}">
                <a16:creationId xmlns:a16="http://schemas.microsoft.com/office/drawing/2014/main" id="{E51AF1E2-4451-F1A9-1D08-DF36FFC30006}"/>
              </a:ext>
            </a:extLst>
          </p:cNvPr>
          <p:cNvGrpSpPr/>
          <p:nvPr/>
        </p:nvGrpSpPr>
        <p:grpSpPr>
          <a:xfrm>
            <a:off x="6526950" y="1271644"/>
            <a:ext cx="564840" cy="174240"/>
            <a:chOff x="6526950" y="1271644"/>
            <a:chExt cx="564840" cy="174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78F13C61-D663-B795-A336-A1856316856C}"/>
                    </a:ext>
                  </a:extLst>
                </p14:cNvPr>
                <p14:cNvContentPartPr/>
                <p14:nvPr/>
              </p14:nvContentPartPr>
              <p14:xfrm>
                <a:off x="6526950" y="1347604"/>
                <a:ext cx="216000" cy="810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78F13C61-D663-B795-A336-A1856316856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508950" y="1329964"/>
                  <a:ext cx="25164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25CDA18F-C2F8-1CCA-DE62-7972642513E7}"/>
                    </a:ext>
                  </a:extLst>
                </p14:cNvPr>
                <p14:cNvContentPartPr/>
                <p14:nvPr/>
              </p14:nvContentPartPr>
              <p14:xfrm>
                <a:off x="6707670" y="1271644"/>
                <a:ext cx="190080" cy="619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25CDA18F-C2F8-1CCA-DE62-7972642513E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690030" y="1254004"/>
                  <a:ext cx="22572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1607E9D3-1914-CE7A-D61C-A03F9DBEA317}"/>
                    </a:ext>
                  </a:extLst>
                </p14:cNvPr>
                <p14:cNvContentPartPr/>
                <p14:nvPr/>
              </p14:nvContentPartPr>
              <p14:xfrm>
                <a:off x="6767430" y="1289284"/>
                <a:ext cx="176400" cy="324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1607E9D3-1914-CE7A-D61C-A03F9DBEA317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749430" y="1271644"/>
                  <a:ext cx="21204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A2CCEB1A-D63A-ED3B-7602-B044D9EA613A}"/>
                    </a:ext>
                  </a:extLst>
                </p14:cNvPr>
                <p14:cNvContentPartPr/>
                <p14:nvPr/>
              </p14:nvContentPartPr>
              <p14:xfrm>
                <a:off x="6605430" y="1414924"/>
                <a:ext cx="32400" cy="90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A2CCEB1A-D63A-ED3B-7602-B044D9EA613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587430" y="1397284"/>
                  <a:ext cx="6804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36788E06-5C62-87A0-7148-BD867851E4DC}"/>
                    </a:ext>
                  </a:extLst>
                </p14:cNvPr>
                <p14:cNvContentPartPr/>
                <p14:nvPr/>
              </p14:nvContentPartPr>
              <p14:xfrm>
                <a:off x="6669870" y="1411684"/>
                <a:ext cx="205200" cy="280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36788E06-5C62-87A0-7148-BD867851E4DC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651870" y="1394044"/>
                  <a:ext cx="24084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F5A6051B-357B-6980-763F-604B44CE727F}"/>
                    </a:ext>
                  </a:extLst>
                </p14:cNvPr>
                <p14:cNvContentPartPr/>
                <p14:nvPr/>
              </p14:nvContentPartPr>
              <p14:xfrm>
                <a:off x="6872190" y="1398724"/>
                <a:ext cx="85320" cy="320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F5A6051B-357B-6980-763F-604B44CE727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854190" y="1380724"/>
                  <a:ext cx="12096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ECF508C8-F1D5-0509-B242-FDB8DB81D7AA}"/>
                    </a:ext>
                  </a:extLst>
                </p14:cNvPr>
                <p14:cNvContentPartPr/>
                <p14:nvPr/>
              </p14:nvContentPartPr>
              <p14:xfrm>
                <a:off x="6969750" y="1421404"/>
                <a:ext cx="122040" cy="244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ECF508C8-F1D5-0509-B242-FDB8DB81D7AA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951750" y="1403404"/>
                  <a:ext cx="15768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3F37564C-3AC5-B0ED-F86E-99F25F3DD78B}"/>
                    </a:ext>
                  </a:extLst>
                </p14:cNvPr>
                <p14:cNvContentPartPr/>
                <p14:nvPr/>
              </p14:nvContentPartPr>
              <p14:xfrm>
                <a:off x="6969750" y="1389004"/>
                <a:ext cx="99360" cy="234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3F37564C-3AC5-B0ED-F86E-99F25F3DD78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951750" y="1371004"/>
                  <a:ext cx="13500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D106DECE-7038-8A76-F30F-EC8710097624}"/>
                    </a:ext>
                  </a:extLst>
                </p14:cNvPr>
                <p14:cNvContentPartPr/>
                <p14:nvPr/>
              </p14:nvContentPartPr>
              <p14:xfrm>
                <a:off x="6936270" y="1377124"/>
                <a:ext cx="78840" cy="115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D106DECE-7038-8A76-F30F-EC8710097624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918630" y="1359124"/>
                  <a:ext cx="11448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5961D70B-FE1C-A4CC-626A-563AB7B58ECA}"/>
                    </a:ext>
                  </a:extLst>
                </p14:cNvPr>
                <p14:cNvContentPartPr/>
                <p14:nvPr/>
              </p14:nvContentPartPr>
              <p14:xfrm>
                <a:off x="6967230" y="1341124"/>
                <a:ext cx="66600" cy="291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5961D70B-FE1C-A4CC-626A-563AB7B58ECA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949590" y="1323484"/>
                  <a:ext cx="102240" cy="648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9981060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F0AC449-F298-B2A4-85FA-8995442F54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502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132E7-45B4-9E4F-011E-66D12A3C7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61901EAE-1406-25AE-DE21-888455B00D22}"/>
              </a:ext>
            </a:extLst>
          </p:cNvPr>
          <p:cNvSpPr/>
          <p:nvPr/>
        </p:nvSpPr>
        <p:spPr>
          <a:xfrm rot="2311774">
            <a:off x="5764453" y="2682581"/>
            <a:ext cx="1322877" cy="240110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A022C0AF-AE22-C313-5955-0F8E98A0771A}"/>
              </a:ext>
            </a:extLst>
          </p:cNvPr>
          <p:cNvSpPr/>
          <p:nvPr/>
        </p:nvSpPr>
        <p:spPr>
          <a:xfrm rot="8174236">
            <a:off x="4955877" y="3253168"/>
            <a:ext cx="606217" cy="178727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F3DC6FC-C90E-EAB4-70B0-2E97C4B679F7}"/>
              </a:ext>
            </a:extLst>
          </p:cNvPr>
          <p:cNvSpPr/>
          <p:nvPr/>
        </p:nvSpPr>
        <p:spPr>
          <a:xfrm>
            <a:off x="4459224" y="3986784"/>
            <a:ext cx="3273552" cy="603504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ED99657A-524B-8111-2266-8C37E5880037}"/>
              </a:ext>
            </a:extLst>
          </p:cNvPr>
          <p:cNvSpPr/>
          <p:nvPr/>
        </p:nvSpPr>
        <p:spPr>
          <a:xfrm rot="2311774">
            <a:off x="3958117" y="3300984"/>
            <a:ext cx="533400" cy="16916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BFCFC74-A70B-6C26-4D77-9C1741AA03BB}"/>
              </a:ext>
            </a:extLst>
          </p:cNvPr>
          <p:cNvSpPr/>
          <p:nvPr/>
        </p:nvSpPr>
        <p:spPr>
          <a:xfrm>
            <a:off x="5925312" y="1124712"/>
            <a:ext cx="2185416" cy="20482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CAA06B8-FDB8-2117-DE4F-1D000E3C9629}"/>
              </a:ext>
            </a:extLst>
          </p:cNvPr>
          <p:cNvSpPr/>
          <p:nvPr/>
        </p:nvSpPr>
        <p:spPr>
          <a:xfrm rot="1875076">
            <a:off x="6159190" y="3086972"/>
            <a:ext cx="533400" cy="16916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590089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291A1B-587D-953C-E8A7-3B35F1543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D0743FF-6DD7-548C-7FCD-30112CFB2DE2}"/>
              </a:ext>
            </a:extLst>
          </p:cNvPr>
          <p:cNvSpPr/>
          <p:nvPr/>
        </p:nvSpPr>
        <p:spPr>
          <a:xfrm rot="2311774">
            <a:off x="5764453" y="2682581"/>
            <a:ext cx="1322877" cy="240110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0DEEFF6-F662-0CC1-FC50-D3BD8E5695EC}"/>
              </a:ext>
            </a:extLst>
          </p:cNvPr>
          <p:cNvSpPr/>
          <p:nvPr/>
        </p:nvSpPr>
        <p:spPr>
          <a:xfrm rot="8174236">
            <a:off x="4955877" y="3253168"/>
            <a:ext cx="606217" cy="178727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AE1FB9E-48E5-DBD6-A9E5-69D8422FD03E}"/>
              </a:ext>
            </a:extLst>
          </p:cNvPr>
          <p:cNvSpPr/>
          <p:nvPr/>
        </p:nvSpPr>
        <p:spPr>
          <a:xfrm>
            <a:off x="4459224" y="3986784"/>
            <a:ext cx="3273552" cy="603504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95C84DBB-F08D-30E7-8594-4C3AFD70C527}"/>
              </a:ext>
            </a:extLst>
          </p:cNvPr>
          <p:cNvSpPr/>
          <p:nvPr/>
        </p:nvSpPr>
        <p:spPr>
          <a:xfrm rot="2311774">
            <a:off x="3958117" y="3300984"/>
            <a:ext cx="533400" cy="16916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A5FCFCF-5E3F-AF32-D300-590FCBE3CF20}"/>
              </a:ext>
            </a:extLst>
          </p:cNvPr>
          <p:cNvSpPr/>
          <p:nvPr/>
        </p:nvSpPr>
        <p:spPr>
          <a:xfrm>
            <a:off x="5925312" y="1124712"/>
            <a:ext cx="2185416" cy="20482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3CF5F16-0FAC-CFAD-7EFC-903780309DA0}"/>
              </a:ext>
            </a:extLst>
          </p:cNvPr>
          <p:cNvSpPr/>
          <p:nvPr/>
        </p:nvSpPr>
        <p:spPr>
          <a:xfrm rot="9571043">
            <a:off x="6323124" y="1812241"/>
            <a:ext cx="533400" cy="16916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441892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B3C9F2-47E1-42A7-8F74-B7DA3FC77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461504DC-CF8F-338A-7629-784239D0482C}"/>
              </a:ext>
            </a:extLst>
          </p:cNvPr>
          <p:cNvGrpSpPr/>
          <p:nvPr/>
        </p:nvGrpSpPr>
        <p:grpSpPr>
          <a:xfrm>
            <a:off x="3952737" y="943917"/>
            <a:ext cx="4538314" cy="4135284"/>
            <a:chOff x="3958117" y="948405"/>
            <a:chExt cx="4538314" cy="4135284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ED69BF1D-52C3-25FC-1BBF-27741A647D47}"/>
                </a:ext>
              </a:extLst>
            </p:cNvPr>
            <p:cNvSpPr/>
            <p:nvPr/>
          </p:nvSpPr>
          <p:spPr>
            <a:xfrm rot="2311774">
              <a:off x="5764453" y="2682581"/>
              <a:ext cx="1322877" cy="2401108"/>
            </a:xfrm>
            <a:prstGeom prst="ellipse">
              <a:avLst/>
            </a:prstGeom>
            <a:solidFill>
              <a:srgbClr val="15EBE6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76985402-11B5-5602-05E6-0E7B6B782714}"/>
                </a:ext>
              </a:extLst>
            </p:cNvPr>
            <p:cNvSpPr/>
            <p:nvPr/>
          </p:nvSpPr>
          <p:spPr>
            <a:xfrm rot="8174236">
              <a:off x="4955877" y="3253168"/>
              <a:ext cx="606217" cy="1787274"/>
            </a:xfrm>
            <a:prstGeom prst="ellipse">
              <a:avLst/>
            </a:prstGeom>
            <a:solidFill>
              <a:srgbClr val="15EBE6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3F53D605-69FC-7FE1-E003-191F6F148241}"/>
                </a:ext>
              </a:extLst>
            </p:cNvPr>
            <p:cNvSpPr/>
            <p:nvPr/>
          </p:nvSpPr>
          <p:spPr>
            <a:xfrm>
              <a:off x="4459224" y="3986784"/>
              <a:ext cx="3273552" cy="603504"/>
            </a:xfrm>
            <a:prstGeom prst="roundRect">
              <a:avLst>
                <a:gd name="adj" fmla="val 50000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81C0A52C-EDCD-F1D4-14B9-2BD6BCA6B98D}"/>
                </a:ext>
              </a:extLst>
            </p:cNvPr>
            <p:cNvSpPr/>
            <p:nvPr/>
          </p:nvSpPr>
          <p:spPr>
            <a:xfrm rot="2311774">
              <a:off x="3958117" y="3300984"/>
              <a:ext cx="533400" cy="1691640"/>
            </a:xfrm>
            <a:prstGeom prst="ellipse">
              <a:avLst/>
            </a:prstGeom>
            <a:solidFill>
              <a:srgbClr val="EEC186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13075ADF-DF52-FE58-319B-C5E46D4431F3}"/>
                </a:ext>
              </a:extLst>
            </p:cNvPr>
            <p:cNvSpPr/>
            <p:nvPr/>
          </p:nvSpPr>
          <p:spPr>
            <a:xfrm>
              <a:off x="5925312" y="1124712"/>
              <a:ext cx="2185416" cy="2048256"/>
            </a:xfrm>
            <a:prstGeom prst="ellipse">
              <a:avLst/>
            </a:prstGeom>
            <a:solidFill>
              <a:srgbClr val="EEC186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0D9AC8EB-644A-A58A-A475-612676716F99}"/>
                </a:ext>
              </a:extLst>
            </p:cNvPr>
            <p:cNvSpPr/>
            <p:nvPr/>
          </p:nvSpPr>
          <p:spPr>
            <a:xfrm rot="1782648">
              <a:off x="5437803" y="1198039"/>
              <a:ext cx="3006406" cy="420624"/>
            </a:xfrm>
            <a:prstGeom prst="roundRect">
              <a:avLst/>
            </a:prstGeom>
            <a:solidFill>
              <a:schemeClr val="tx1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23235A99-F351-2E66-7829-790C9CB14455}"/>
                </a:ext>
              </a:extLst>
            </p:cNvPr>
            <p:cNvGrpSpPr/>
            <p:nvPr/>
          </p:nvGrpSpPr>
          <p:grpSpPr>
            <a:xfrm>
              <a:off x="4459224" y="3986784"/>
              <a:ext cx="3273552" cy="603504"/>
              <a:chOff x="4459224" y="3986784"/>
              <a:chExt cx="3273552" cy="603504"/>
            </a:xfrm>
          </p:grpSpPr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C7A49D4D-45B1-2B81-F36B-41EADBEDE92C}"/>
                  </a:ext>
                </a:extLst>
              </p:cNvPr>
              <p:cNvSpPr/>
              <p:nvPr/>
            </p:nvSpPr>
            <p:spPr>
              <a:xfrm>
                <a:off x="4459224" y="3986784"/>
                <a:ext cx="3273552" cy="603504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95000"/>
                </a:schemeClr>
              </a:solidFill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4E91CF73-225E-5EDD-5D8B-641F2F0A620E}"/>
                  </a:ext>
                </a:extLst>
              </p:cNvPr>
              <p:cNvSpPr/>
              <p:nvPr/>
            </p:nvSpPr>
            <p:spPr>
              <a:xfrm>
                <a:off x="5084064" y="4005452"/>
                <a:ext cx="474740" cy="568800"/>
              </a:xfrm>
              <a:prstGeom prst="rect">
                <a:avLst/>
              </a:prstGeom>
              <a:solidFill>
                <a:srgbClr val="FF0000"/>
              </a:solidFill>
              <a:ln w="762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0DC5EA6F-7282-9154-A31D-FC12669053F3}"/>
                  </a:ext>
                </a:extLst>
              </p:cNvPr>
              <p:cNvSpPr/>
              <p:nvPr/>
            </p:nvSpPr>
            <p:spPr>
              <a:xfrm>
                <a:off x="6457103" y="4004136"/>
                <a:ext cx="474740" cy="568800"/>
              </a:xfrm>
              <a:prstGeom prst="rect">
                <a:avLst/>
              </a:prstGeom>
              <a:solidFill>
                <a:srgbClr val="FF0000"/>
              </a:solidFill>
              <a:ln w="762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</p:grp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9174CDB-2B01-DBAA-65A0-700D0A436C13}"/>
                </a:ext>
              </a:extLst>
            </p:cNvPr>
            <p:cNvSpPr/>
            <p:nvPr/>
          </p:nvSpPr>
          <p:spPr>
            <a:xfrm rot="1563314">
              <a:off x="6521327" y="948405"/>
              <a:ext cx="1975104" cy="891550"/>
            </a:xfrm>
            <a:prstGeom prst="ellipse">
              <a:avLst/>
            </a:prstGeom>
            <a:solidFill>
              <a:schemeClr val="tx1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9EA14FC4-BE20-5CBB-1B98-AA30B6BF2DDB}"/>
                </a:ext>
              </a:extLst>
            </p:cNvPr>
            <p:cNvSpPr/>
            <p:nvPr/>
          </p:nvSpPr>
          <p:spPr>
            <a:xfrm rot="1875076">
              <a:off x="6159190" y="3086972"/>
              <a:ext cx="533400" cy="1691640"/>
            </a:xfrm>
            <a:prstGeom prst="ellipse">
              <a:avLst/>
            </a:prstGeom>
            <a:solidFill>
              <a:srgbClr val="EEC186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</p:spTree>
    <p:extLst>
      <p:ext uri="{BB962C8B-B14F-4D97-AF65-F5344CB8AC3E}">
        <p14:creationId xmlns:p14="http://schemas.microsoft.com/office/powerpoint/2010/main" val="31112696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3090E0-70F4-C758-778C-76DBB687E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031B1C92-1D32-96D7-FB27-ACEAC8A9CAF6}"/>
              </a:ext>
            </a:extLst>
          </p:cNvPr>
          <p:cNvSpPr/>
          <p:nvPr/>
        </p:nvSpPr>
        <p:spPr>
          <a:xfrm rot="2311774">
            <a:off x="5764453" y="2682581"/>
            <a:ext cx="1322877" cy="240110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381D3CD-EDFB-B214-5F83-956D0977C60B}"/>
              </a:ext>
            </a:extLst>
          </p:cNvPr>
          <p:cNvSpPr/>
          <p:nvPr/>
        </p:nvSpPr>
        <p:spPr>
          <a:xfrm rot="8174236">
            <a:off x="4955877" y="3253168"/>
            <a:ext cx="606217" cy="178727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E4A1699-3421-BCBE-7178-41E599ABDA64}"/>
              </a:ext>
            </a:extLst>
          </p:cNvPr>
          <p:cNvSpPr/>
          <p:nvPr/>
        </p:nvSpPr>
        <p:spPr>
          <a:xfrm>
            <a:off x="4459224" y="3986784"/>
            <a:ext cx="3273552" cy="603504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67C682E8-A2CB-0C9B-5346-3192523C5C53}"/>
              </a:ext>
            </a:extLst>
          </p:cNvPr>
          <p:cNvSpPr/>
          <p:nvPr/>
        </p:nvSpPr>
        <p:spPr>
          <a:xfrm rot="2311774">
            <a:off x="3958117" y="3300984"/>
            <a:ext cx="533400" cy="16916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F843B04-EFBC-86B9-A8CD-D09DAFF37C99}"/>
              </a:ext>
            </a:extLst>
          </p:cNvPr>
          <p:cNvSpPr/>
          <p:nvPr/>
        </p:nvSpPr>
        <p:spPr>
          <a:xfrm>
            <a:off x="5925312" y="1124712"/>
            <a:ext cx="2185416" cy="20482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F1D2766-F9C1-AFEA-3FDE-AB33CE1EAD38}"/>
              </a:ext>
            </a:extLst>
          </p:cNvPr>
          <p:cNvSpPr/>
          <p:nvPr/>
        </p:nvSpPr>
        <p:spPr>
          <a:xfrm rot="9571043">
            <a:off x="6323124" y="1812241"/>
            <a:ext cx="533400" cy="16916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9E6B5A1-3BE1-80BD-42CC-14FC68F7131D}"/>
              </a:ext>
            </a:extLst>
          </p:cNvPr>
          <p:cNvSpPr/>
          <p:nvPr/>
        </p:nvSpPr>
        <p:spPr>
          <a:xfrm rot="1782648">
            <a:off x="5437803" y="1198039"/>
            <a:ext cx="3006406" cy="42062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655738D-7E79-134C-C8A3-B5397289D25B}"/>
              </a:ext>
            </a:extLst>
          </p:cNvPr>
          <p:cNvSpPr/>
          <p:nvPr/>
        </p:nvSpPr>
        <p:spPr>
          <a:xfrm rot="1563314">
            <a:off x="6557560" y="844401"/>
            <a:ext cx="1975104" cy="108728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312030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67690D-2E9A-D2FC-5E14-A2484C9C7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7DFC6D58-4C31-65CE-145A-CEAF308B648D}"/>
              </a:ext>
            </a:extLst>
          </p:cNvPr>
          <p:cNvGrpSpPr/>
          <p:nvPr/>
        </p:nvGrpSpPr>
        <p:grpSpPr>
          <a:xfrm>
            <a:off x="4455100" y="1174843"/>
            <a:ext cx="3679359" cy="4985386"/>
            <a:chOff x="4458038" y="1199729"/>
            <a:chExt cx="3679359" cy="4985386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29224691-2AF1-84AE-55BB-9816BED76BCD}"/>
                </a:ext>
              </a:extLst>
            </p:cNvPr>
            <p:cNvSpPr/>
            <p:nvPr/>
          </p:nvSpPr>
          <p:spPr>
            <a:xfrm rot="20118178">
              <a:off x="5434562" y="2908051"/>
              <a:ext cx="1322877" cy="2401108"/>
            </a:xfrm>
            <a:prstGeom prst="ellipse">
              <a:avLst/>
            </a:prstGeom>
            <a:solidFill>
              <a:srgbClr val="F9D9F0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5DC4E29C-284A-6931-94C8-174475A48B13}"/>
                </a:ext>
              </a:extLst>
            </p:cNvPr>
            <p:cNvSpPr/>
            <p:nvPr/>
          </p:nvSpPr>
          <p:spPr>
            <a:xfrm>
              <a:off x="4459224" y="3986784"/>
              <a:ext cx="3273552" cy="603504"/>
            </a:xfrm>
            <a:prstGeom prst="roundRect">
              <a:avLst>
                <a:gd name="adj" fmla="val 50000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09B2CF6-7373-8CD5-C2B5-C463496E37B3}"/>
                </a:ext>
              </a:extLst>
            </p:cNvPr>
            <p:cNvSpPr/>
            <p:nvPr/>
          </p:nvSpPr>
          <p:spPr>
            <a:xfrm>
              <a:off x="4458038" y="1199729"/>
              <a:ext cx="2185416" cy="2048256"/>
            </a:xfrm>
            <a:prstGeom prst="ellipse">
              <a:avLst/>
            </a:prstGeom>
            <a:solidFill>
              <a:srgbClr val="362908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B496822-12D9-CFE7-8190-143EF2B4B221}"/>
                </a:ext>
              </a:extLst>
            </p:cNvPr>
            <p:cNvSpPr/>
            <p:nvPr/>
          </p:nvSpPr>
          <p:spPr>
            <a:xfrm rot="8174236">
              <a:off x="6587271" y="4612964"/>
              <a:ext cx="606217" cy="1346174"/>
            </a:xfrm>
            <a:prstGeom prst="ellipse">
              <a:avLst/>
            </a:prstGeom>
            <a:solidFill>
              <a:srgbClr val="362908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E1A7DAA5-66F2-3815-7BD7-5A07E74E877D}"/>
                </a:ext>
              </a:extLst>
            </p:cNvPr>
            <p:cNvSpPr/>
            <p:nvPr/>
          </p:nvSpPr>
          <p:spPr>
            <a:xfrm rot="18651192">
              <a:off x="7308144" y="5355862"/>
              <a:ext cx="533400" cy="1125106"/>
            </a:xfrm>
            <a:prstGeom prst="ellipse">
              <a:avLst/>
            </a:prstGeom>
            <a:solidFill>
              <a:srgbClr val="362908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22D0DEA1-F222-D487-6BA7-290CC0CC89FC}"/>
                </a:ext>
              </a:extLst>
            </p:cNvPr>
            <p:cNvGrpSpPr/>
            <p:nvPr/>
          </p:nvGrpSpPr>
          <p:grpSpPr>
            <a:xfrm>
              <a:off x="4458038" y="4006404"/>
              <a:ext cx="3273552" cy="603504"/>
              <a:chOff x="4459224" y="3986784"/>
              <a:chExt cx="3273552" cy="603504"/>
            </a:xfrm>
          </p:grpSpPr>
          <p:sp>
            <p:nvSpPr>
              <p:cNvPr id="3" name="Rectangle: Rounded Corners 2">
                <a:extLst>
                  <a:ext uri="{FF2B5EF4-FFF2-40B4-BE49-F238E27FC236}">
                    <a16:creationId xmlns:a16="http://schemas.microsoft.com/office/drawing/2014/main" id="{91BBB02B-2811-02B2-77FB-2AF3A1EC8C15}"/>
                  </a:ext>
                </a:extLst>
              </p:cNvPr>
              <p:cNvSpPr/>
              <p:nvPr/>
            </p:nvSpPr>
            <p:spPr>
              <a:xfrm>
                <a:off x="4459224" y="3986784"/>
                <a:ext cx="3273552" cy="603504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95000"/>
                </a:schemeClr>
              </a:solidFill>
              <a:ln w="762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888DEF04-92C8-8CA3-188B-E8B23108DEE5}"/>
                  </a:ext>
                </a:extLst>
              </p:cNvPr>
              <p:cNvSpPr/>
              <p:nvPr/>
            </p:nvSpPr>
            <p:spPr>
              <a:xfrm>
                <a:off x="5084064" y="4005452"/>
                <a:ext cx="474740" cy="568800"/>
              </a:xfrm>
              <a:prstGeom prst="rect">
                <a:avLst/>
              </a:prstGeom>
              <a:solidFill>
                <a:srgbClr val="FF0000"/>
              </a:solidFill>
              <a:ln w="762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9B289236-215E-D9F9-53C8-7688D49C2215}"/>
                  </a:ext>
                </a:extLst>
              </p:cNvPr>
              <p:cNvSpPr/>
              <p:nvPr/>
            </p:nvSpPr>
            <p:spPr>
              <a:xfrm>
                <a:off x="6457103" y="4004136"/>
                <a:ext cx="474740" cy="568800"/>
              </a:xfrm>
              <a:prstGeom prst="rect">
                <a:avLst/>
              </a:prstGeom>
              <a:solidFill>
                <a:srgbClr val="FF0000"/>
              </a:solidFill>
              <a:ln w="762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</p:grp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4AC92B43-C54D-B5EB-60C7-6FAF076CA22C}"/>
                </a:ext>
              </a:extLst>
            </p:cNvPr>
            <p:cNvSpPr/>
            <p:nvPr/>
          </p:nvSpPr>
          <p:spPr>
            <a:xfrm rot="1875076">
              <a:off x="5259993" y="3149866"/>
              <a:ext cx="533400" cy="1492034"/>
            </a:xfrm>
            <a:prstGeom prst="ellipse">
              <a:avLst/>
            </a:prstGeom>
            <a:solidFill>
              <a:srgbClr val="362908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</p:spTree>
    <p:extLst>
      <p:ext uri="{BB962C8B-B14F-4D97-AF65-F5344CB8AC3E}">
        <p14:creationId xmlns:p14="http://schemas.microsoft.com/office/powerpoint/2010/main" val="259186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C9E17A-958B-443F-9F78-808DD327D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1C2694F2-A87A-5629-A942-2377728ECB48}"/>
              </a:ext>
            </a:extLst>
          </p:cNvPr>
          <p:cNvSpPr/>
          <p:nvPr/>
        </p:nvSpPr>
        <p:spPr>
          <a:xfrm rot="1548969">
            <a:off x="5434562" y="2908051"/>
            <a:ext cx="1322877" cy="240110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0104C63-96DD-E0AA-2D34-69467D7170B1}"/>
              </a:ext>
            </a:extLst>
          </p:cNvPr>
          <p:cNvSpPr/>
          <p:nvPr/>
        </p:nvSpPr>
        <p:spPr>
          <a:xfrm>
            <a:off x="4459224" y="3986784"/>
            <a:ext cx="3273552" cy="603504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437C28E-C87E-37B0-1894-139CEBD06879}"/>
              </a:ext>
            </a:extLst>
          </p:cNvPr>
          <p:cNvSpPr/>
          <p:nvPr/>
        </p:nvSpPr>
        <p:spPr>
          <a:xfrm>
            <a:off x="5577430" y="1211268"/>
            <a:ext cx="2185416" cy="20482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6F2A656-592E-20BD-E5A6-326BF530FBF7}"/>
              </a:ext>
            </a:extLst>
          </p:cNvPr>
          <p:cNvSpPr/>
          <p:nvPr/>
        </p:nvSpPr>
        <p:spPr>
          <a:xfrm rot="12547778">
            <a:off x="5080787" y="4796055"/>
            <a:ext cx="606217" cy="134617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BA0EC21-FCF3-A8C7-B5EF-494D10413EC8}"/>
              </a:ext>
            </a:extLst>
          </p:cNvPr>
          <p:cNvSpPr/>
          <p:nvPr/>
        </p:nvSpPr>
        <p:spPr>
          <a:xfrm rot="18651192">
            <a:off x="5259764" y="5642093"/>
            <a:ext cx="533400" cy="112510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68F1880-3B0F-A6B3-36BA-6FC2986381A9}"/>
              </a:ext>
            </a:extLst>
          </p:cNvPr>
          <p:cNvSpPr/>
          <p:nvPr/>
        </p:nvSpPr>
        <p:spPr>
          <a:xfrm rot="8035211">
            <a:off x="5607572" y="2318825"/>
            <a:ext cx="533400" cy="149203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ABF26CE-BAF7-1B1D-87D8-F85FDA04723F}"/>
              </a:ext>
            </a:extLst>
          </p:cNvPr>
          <p:cNvSpPr/>
          <p:nvPr/>
        </p:nvSpPr>
        <p:spPr>
          <a:xfrm>
            <a:off x="5874272" y="1913491"/>
            <a:ext cx="238568" cy="33237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363427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346FA0-0A75-8061-DE45-AF693969E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E208A276-AEDA-1C78-2B61-2AE78279B34C}"/>
              </a:ext>
            </a:extLst>
          </p:cNvPr>
          <p:cNvSpPr/>
          <p:nvPr/>
        </p:nvSpPr>
        <p:spPr>
          <a:xfrm rot="18260708">
            <a:off x="6373135" y="3111513"/>
            <a:ext cx="533400" cy="1492034"/>
          </a:xfrm>
          <a:prstGeom prst="ellipse">
            <a:avLst/>
          </a:prstGeom>
          <a:solidFill>
            <a:srgbClr val="0FB5B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B8EAB9A3-AE96-795C-CA2F-52A660CC2AB1}"/>
              </a:ext>
            </a:extLst>
          </p:cNvPr>
          <p:cNvSpPr/>
          <p:nvPr/>
        </p:nvSpPr>
        <p:spPr>
          <a:xfrm rot="9112926">
            <a:off x="6030558" y="4586783"/>
            <a:ext cx="606217" cy="1346174"/>
          </a:xfrm>
          <a:prstGeom prst="ellips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D97686D-A9D7-CD64-ECBD-560888272CDE}"/>
              </a:ext>
            </a:extLst>
          </p:cNvPr>
          <p:cNvSpPr/>
          <p:nvPr/>
        </p:nvSpPr>
        <p:spPr>
          <a:xfrm>
            <a:off x="5423972" y="2881995"/>
            <a:ext cx="1322877" cy="2401108"/>
          </a:xfrm>
          <a:prstGeom prst="ellipse">
            <a:avLst/>
          </a:prstGeom>
          <a:solidFill>
            <a:srgbClr val="0FB5B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D9B5959-14D6-453B-32B6-26A172D741C1}"/>
              </a:ext>
            </a:extLst>
          </p:cNvPr>
          <p:cNvSpPr/>
          <p:nvPr/>
        </p:nvSpPr>
        <p:spPr>
          <a:xfrm>
            <a:off x="5016756" y="1134125"/>
            <a:ext cx="2185416" cy="2048256"/>
          </a:xfrm>
          <a:prstGeom prst="ellipse">
            <a:avLst/>
          </a:prstGeom>
          <a:solidFill>
            <a:srgbClr val="FEF5F0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DB2BFAC-040F-FC8C-2DD7-A720E43F685A}"/>
              </a:ext>
            </a:extLst>
          </p:cNvPr>
          <p:cNvSpPr/>
          <p:nvPr/>
        </p:nvSpPr>
        <p:spPr>
          <a:xfrm rot="12328088">
            <a:off x="5467470" y="4610017"/>
            <a:ext cx="606217" cy="1346174"/>
          </a:xfrm>
          <a:prstGeom prst="ellips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9DF4EFE-08D7-CA51-A10B-182301FDBCFE}"/>
              </a:ext>
            </a:extLst>
          </p:cNvPr>
          <p:cNvSpPr/>
          <p:nvPr/>
        </p:nvSpPr>
        <p:spPr>
          <a:xfrm rot="3652591">
            <a:off x="5285465" y="3032427"/>
            <a:ext cx="533400" cy="1492034"/>
          </a:xfrm>
          <a:prstGeom prst="ellipse">
            <a:avLst/>
          </a:prstGeom>
          <a:solidFill>
            <a:srgbClr val="0FB5B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615C067-1459-7B87-E95A-BB26B2C394D8}"/>
              </a:ext>
            </a:extLst>
          </p:cNvPr>
          <p:cNvGrpSpPr/>
          <p:nvPr/>
        </p:nvGrpSpPr>
        <p:grpSpPr>
          <a:xfrm>
            <a:off x="5125220" y="5532399"/>
            <a:ext cx="660115" cy="962773"/>
            <a:chOff x="5125220" y="5532399"/>
            <a:chExt cx="660115" cy="962773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460B1FE2-BDC7-B080-2F7D-0ADB40D023D0}"/>
                </a:ext>
              </a:extLst>
            </p:cNvPr>
            <p:cNvSpPr/>
            <p:nvPr/>
          </p:nvSpPr>
          <p:spPr>
            <a:xfrm rot="1378696">
              <a:off x="5251935" y="5532399"/>
              <a:ext cx="533400" cy="640128"/>
            </a:xfrm>
            <a:prstGeom prst="ellipse">
              <a:avLst/>
            </a:prstGeom>
            <a:solidFill>
              <a:srgbClr val="FFFF00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57A847C-4D05-E969-2496-E0A44B2AD6CB}"/>
                </a:ext>
              </a:extLst>
            </p:cNvPr>
            <p:cNvSpPr/>
            <p:nvPr/>
          </p:nvSpPr>
          <p:spPr>
            <a:xfrm rot="1257206">
              <a:off x="5125220" y="5888223"/>
              <a:ext cx="518561" cy="606949"/>
            </a:xfrm>
            <a:prstGeom prst="rect">
              <a:avLst/>
            </a:prstGeom>
            <a:solidFill>
              <a:srgbClr val="FFFF00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8E2CB01-0B21-E4DA-DD7E-8FC8C1AA1A30}"/>
              </a:ext>
            </a:extLst>
          </p:cNvPr>
          <p:cNvSpPr/>
          <p:nvPr/>
        </p:nvSpPr>
        <p:spPr>
          <a:xfrm rot="939411">
            <a:off x="4936184" y="1390543"/>
            <a:ext cx="487789" cy="870364"/>
          </a:xfrm>
          <a:prstGeom prst="roundRect">
            <a:avLst/>
          </a:prstGeom>
          <a:solidFill>
            <a:schemeClr val="tx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4BC0CE8-D6D8-E100-04AD-1E5B065159FC}"/>
              </a:ext>
            </a:extLst>
          </p:cNvPr>
          <p:cNvSpPr/>
          <p:nvPr/>
        </p:nvSpPr>
        <p:spPr>
          <a:xfrm>
            <a:off x="5309006" y="1825725"/>
            <a:ext cx="1893166" cy="164528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C96A8D5-04DE-96DA-A4E4-53854DD9C9A9}"/>
              </a:ext>
            </a:extLst>
          </p:cNvPr>
          <p:cNvCxnSpPr/>
          <p:nvPr/>
        </p:nvCxnSpPr>
        <p:spPr>
          <a:xfrm>
            <a:off x="5121965" y="3730482"/>
            <a:ext cx="187041" cy="430696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7A11922-8600-5C6D-AC9B-59C32D732C66}"/>
              </a:ext>
            </a:extLst>
          </p:cNvPr>
          <p:cNvCxnSpPr>
            <a:cxnSpLocks/>
          </p:cNvCxnSpPr>
          <p:nvPr/>
        </p:nvCxnSpPr>
        <p:spPr>
          <a:xfrm flipH="1">
            <a:off x="6806008" y="3847323"/>
            <a:ext cx="277432" cy="392558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2F349192-562F-E4EC-E76C-565A1D41F742}"/>
              </a:ext>
            </a:extLst>
          </p:cNvPr>
          <p:cNvGrpSpPr/>
          <p:nvPr/>
        </p:nvGrpSpPr>
        <p:grpSpPr>
          <a:xfrm rot="18522600">
            <a:off x="6416792" y="5509178"/>
            <a:ext cx="660115" cy="962773"/>
            <a:chOff x="5125220" y="5532399"/>
            <a:chExt cx="660115" cy="962773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272EA91-946C-406A-122B-62A5C52DDE00}"/>
                </a:ext>
              </a:extLst>
            </p:cNvPr>
            <p:cNvSpPr/>
            <p:nvPr/>
          </p:nvSpPr>
          <p:spPr>
            <a:xfrm rot="1378696">
              <a:off x="5251935" y="5532399"/>
              <a:ext cx="533400" cy="640128"/>
            </a:xfrm>
            <a:prstGeom prst="ellipse">
              <a:avLst/>
            </a:prstGeom>
            <a:solidFill>
              <a:srgbClr val="FFFF00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1E0511C-0F42-4DBD-865B-61A46A1F9249}"/>
                </a:ext>
              </a:extLst>
            </p:cNvPr>
            <p:cNvSpPr/>
            <p:nvPr/>
          </p:nvSpPr>
          <p:spPr>
            <a:xfrm rot="1257206">
              <a:off x="5125220" y="5888223"/>
              <a:ext cx="518561" cy="606949"/>
            </a:xfrm>
            <a:prstGeom prst="rect">
              <a:avLst/>
            </a:prstGeom>
            <a:solidFill>
              <a:srgbClr val="FFFF00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</p:spTree>
    <p:extLst>
      <p:ext uri="{BB962C8B-B14F-4D97-AF65-F5344CB8AC3E}">
        <p14:creationId xmlns:p14="http://schemas.microsoft.com/office/powerpoint/2010/main" val="35007936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4A32BD-6209-6EAF-6B80-CBCCEB2C6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EB17DF55-DF42-F126-2617-94A00264FA0C}"/>
              </a:ext>
            </a:extLst>
          </p:cNvPr>
          <p:cNvSpPr/>
          <p:nvPr/>
        </p:nvSpPr>
        <p:spPr>
          <a:xfrm rot="12328088">
            <a:off x="4908752" y="4675621"/>
            <a:ext cx="606217" cy="134617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5DDA0FE-D9B6-1046-2C54-E103D324CA40}"/>
              </a:ext>
            </a:extLst>
          </p:cNvPr>
          <p:cNvSpPr/>
          <p:nvPr/>
        </p:nvSpPr>
        <p:spPr>
          <a:xfrm rot="1378696">
            <a:off x="4598554" y="5578762"/>
            <a:ext cx="533400" cy="112510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3F23951-209D-5B94-B18E-848FF4A66E22}"/>
              </a:ext>
            </a:extLst>
          </p:cNvPr>
          <p:cNvSpPr/>
          <p:nvPr/>
        </p:nvSpPr>
        <p:spPr>
          <a:xfrm rot="13806308">
            <a:off x="5688577" y="2729023"/>
            <a:ext cx="533400" cy="149203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AA804082-CB0E-CE1C-327F-83FD139EDA0E}"/>
              </a:ext>
            </a:extLst>
          </p:cNvPr>
          <p:cNvSpPr/>
          <p:nvPr/>
        </p:nvSpPr>
        <p:spPr>
          <a:xfrm>
            <a:off x="4865254" y="2947599"/>
            <a:ext cx="1322877" cy="240110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55278C0-182E-8374-6B4D-CB0C4C970791}"/>
              </a:ext>
            </a:extLst>
          </p:cNvPr>
          <p:cNvSpPr/>
          <p:nvPr/>
        </p:nvSpPr>
        <p:spPr>
          <a:xfrm>
            <a:off x="4458038" y="1199729"/>
            <a:ext cx="2185416" cy="20482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CD78F5F-DD69-94FD-2E87-345B7D1C15E5}"/>
              </a:ext>
            </a:extLst>
          </p:cNvPr>
          <p:cNvSpPr/>
          <p:nvPr/>
        </p:nvSpPr>
        <p:spPr>
          <a:xfrm rot="9005476">
            <a:off x="4819881" y="2498000"/>
            <a:ext cx="533400" cy="149203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C3DAAAA-AE97-FDDC-24CD-8530ECB1C843}"/>
              </a:ext>
            </a:extLst>
          </p:cNvPr>
          <p:cNvSpPr/>
          <p:nvPr/>
        </p:nvSpPr>
        <p:spPr>
          <a:xfrm>
            <a:off x="4754880" y="1901952"/>
            <a:ext cx="238568" cy="33237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6FE1A58-0CAD-F5E6-25AA-DFD5F3FE2E87}"/>
              </a:ext>
            </a:extLst>
          </p:cNvPr>
          <p:cNvSpPr/>
          <p:nvPr/>
        </p:nvSpPr>
        <p:spPr>
          <a:xfrm rot="19437084">
            <a:off x="5921431" y="5499421"/>
            <a:ext cx="533400" cy="112510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ECBB22CC-AD7C-B746-9798-75E0C3A3FD8F}"/>
              </a:ext>
            </a:extLst>
          </p:cNvPr>
          <p:cNvSpPr/>
          <p:nvPr/>
        </p:nvSpPr>
        <p:spPr>
          <a:xfrm rot="9112926">
            <a:off x="5471840" y="4652387"/>
            <a:ext cx="606217" cy="134617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113692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3B8546-8772-AB32-E83A-7513E4BA5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8835E4A4-D68A-7D9D-4F52-50FD316D23C5}"/>
              </a:ext>
            </a:extLst>
          </p:cNvPr>
          <p:cNvGrpSpPr/>
          <p:nvPr/>
        </p:nvGrpSpPr>
        <p:grpSpPr>
          <a:xfrm>
            <a:off x="3142218" y="1853874"/>
            <a:ext cx="5907564" cy="3627323"/>
            <a:chOff x="3380070" y="1203671"/>
            <a:chExt cx="5907564" cy="3627323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B730DA2C-78F1-643D-B30D-526E0595FD4C}"/>
                </a:ext>
              </a:extLst>
            </p:cNvPr>
            <p:cNvSpPr/>
            <p:nvPr/>
          </p:nvSpPr>
          <p:spPr>
            <a:xfrm rot="16977079">
              <a:off x="4543739" y="2538695"/>
              <a:ext cx="3273552" cy="603504"/>
            </a:xfrm>
            <a:prstGeom prst="roundRect">
              <a:avLst>
                <a:gd name="adj" fmla="val 50000"/>
              </a:avLst>
            </a:prstGeom>
            <a:solidFill>
              <a:srgbClr val="E452BA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6AB22A39-1263-4F11-148F-DF7B048F3358}"/>
                </a:ext>
              </a:extLst>
            </p:cNvPr>
            <p:cNvSpPr/>
            <p:nvPr/>
          </p:nvSpPr>
          <p:spPr>
            <a:xfrm rot="16443769">
              <a:off x="5585538" y="2326568"/>
              <a:ext cx="1322877" cy="2401108"/>
            </a:xfrm>
            <a:prstGeom prst="ellipse">
              <a:avLst/>
            </a:prstGeom>
            <a:solidFill>
              <a:srgbClr val="D4AA78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FFB2620-019C-FB32-A7A3-692980461684}"/>
                </a:ext>
              </a:extLst>
            </p:cNvPr>
            <p:cNvSpPr/>
            <p:nvPr/>
          </p:nvSpPr>
          <p:spPr>
            <a:xfrm>
              <a:off x="3380070" y="1577664"/>
              <a:ext cx="2185416" cy="2048256"/>
            </a:xfrm>
            <a:prstGeom prst="ellipse">
              <a:avLst/>
            </a:prstGeom>
            <a:solidFill>
              <a:srgbClr val="D4AA78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DF88E84F-08A2-EF91-FBCA-067DA0558BEF}"/>
                </a:ext>
              </a:extLst>
            </p:cNvPr>
            <p:cNvSpPr/>
            <p:nvPr/>
          </p:nvSpPr>
          <p:spPr>
            <a:xfrm rot="1875076">
              <a:off x="4735876" y="3196514"/>
              <a:ext cx="533400" cy="1492034"/>
            </a:xfrm>
            <a:prstGeom prst="ellipse">
              <a:avLst/>
            </a:prstGeom>
            <a:solidFill>
              <a:srgbClr val="D4AA78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F2E6C38-7389-375E-4FE8-37694D5A1F34}"/>
                </a:ext>
              </a:extLst>
            </p:cNvPr>
            <p:cNvSpPr/>
            <p:nvPr/>
          </p:nvSpPr>
          <p:spPr>
            <a:xfrm>
              <a:off x="6639340" y="2935356"/>
              <a:ext cx="828261" cy="1225826"/>
            </a:xfrm>
            <a:custGeom>
              <a:avLst/>
              <a:gdLst>
                <a:gd name="connsiteX0" fmla="*/ 26505 w 828261"/>
                <a:gd name="connsiteY0" fmla="*/ 0 h 1225826"/>
                <a:gd name="connsiteX1" fmla="*/ 318052 w 828261"/>
                <a:gd name="connsiteY1" fmla="*/ 106017 h 1225826"/>
                <a:gd name="connsiteX2" fmla="*/ 642731 w 828261"/>
                <a:gd name="connsiteY2" fmla="*/ 278296 h 1225826"/>
                <a:gd name="connsiteX3" fmla="*/ 768626 w 828261"/>
                <a:gd name="connsiteY3" fmla="*/ 510209 h 1225826"/>
                <a:gd name="connsiteX4" fmla="*/ 815009 w 828261"/>
                <a:gd name="connsiteY4" fmla="*/ 629478 h 1225826"/>
                <a:gd name="connsiteX5" fmla="*/ 828261 w 828261"/>
                <a:gd name="connsiteY5" fmla="*/ 775252 h 1225826"/>
                <a:gd name="connsiteX6" fmla="*/ 801757 w 828261"/>
                <a:gd name="connsiteY6" fmla="*/ 868017 h 1225826"/>
                <a:gd name="connsiteX7" fmla="*/ 695739 w 828261"/>
                <a:gd name="connsiteY7" fmla="*/ 980661 h 1225826"/>
                <a:gd name="connsiteX8" fmla="*/ 549965 w 828261"/>
                <a:gd name="connsiteY8" fmla="*/ 1066800 h 1225826"/>
                <a:gd name="connsiteX9" fmla="*/ 265044 w 828261"/>
                <a:gd name="connsiteY9" fmla="*/ 1172817 h 1225826"/>
                <a:gd name="connsiteX10" fmla="*/ 0 w 828261"/>
                <a:gd name="connsiteY10" fmla="*/ 1225826 h 1225826"/>
                <a:gd name="connsiteX11" fmla="*/ 26505 w 828261"/>
                <a:gd name="connsiteY11" fmla="*/ 0 h 1225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28261" h="1225826">
                  <a:moveTo>
                    <a:pt x="26505" y="0"/>
                  </a:moveTo>
                  <a:lnTo>
                    <a:pt x="318052" y="106017"/>
                  </a:lnTo>
                  <a:lnTo>
                    <a:pt x="642731" y="278296"/>
                  </a:lnTo>
                  <a:lnTo>
                    <a:pt x="768626" y="510209"/>
                  </a:lnTo>
                  <a:lnTo>
                    <a:pt x="815009" y="629478"/>
                  </a:lnTo>
                  <a:lnTo>
                    <a:pt x="828261" y="775252"/>
                  </a:lnTo>
                  <a:lnTo>
                    <a:pt x="801757" y="868017"/>
                  </a:lnTo>
                  <a:lnTo>
                    <a:pt x="695739" y="980661"/>
                  </a:lnTo>
                  <a:lnTo>
                    <a:pt x="549965" y="1066800"/>
                  </a:lnTo>
                  <a:lnTo>
                    <a:pt x="265044" y="1172817"/>
                  </a:lnTo>
                  <a:lnTo>
                    <a:pt x="0" y="1225826"/>
                  </a:lnTo>
                  <a:lnTo>
                    <a:pt x="26505" y="0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FC799402-7CFA-3D20-7AC5-B44FA8625A7F}"/>
                </a:ext>
              </a:extLst>
            </p:cNvPr>
            <p:cNvSpPr/>
            <p:nvPr/>
          </p:nvSpPr>
          <p:spPr>
            <a:xfrm>
              <a:off x="5380384" y="2869095"/>
              <a:ext cx="927652" cy="1232452"/>
            </a:xfrm>
            <a:custGeom>
              <a:avLst/>
              <a:gdLst>
                <a:gd name="connsiteX0" fmla="*/ 377687 w 927652"/>
                <a:gd name="connsiteY0" fmla="*/ 39757 h 1232452"/>
                <a:gd name="connsiteX1" fmla="*/ 0 w 927652"/>
                <a:gd name="connsiteY1" fmla="*/ 1033670 h 1232452"/>
                <a:gd name="connsiteX2" fmla="*/ 125895 w 927652"/>
                <a:gd name="connsiteY2" fmla="*/ 1146313 h 1232452"/>
                <a:gd name="connsiteX3" fmla="*/ 390939 w 927652"/>
                <a:gd name="connsiteY3" fmla="*/ 1225826 h 1232452"/>
                <a:gd name="connsiteX4" fmla="*/ 470452 w 927652"/>
                <a:gd name="connsiteY4" fmla="*/ 1232452 h 1232452"/>
                <a:gd name="connsiteX5" fmla="*/ 927652 w 927652"/>
                <a:gd name="connsiteY5" fmla="*/ 19878 h 1232452"/>
                <a:gd name="connsiteX6" fmla="*/ 728869 w 927652"/>
                <a:gd name="connsiteY6" fmla="*/ 0 h 1232452"/>
                <a:gd name="connsiteX7" fmla="*/ 569843 w 927652"/>
                <a:gd name="connsiteY7" fmla="*/ 13252 h 1232452"/>
                <a:gd name="connsiteX8" fmla="*/ 377687 w 927652"/>
                <a:gd name="connsiteY8" fmla="*/ 39757 h 1232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27652" h="1232452">
                  <a:moveTo>
                    <a:pt x="377687" y="39757"/>
                  </a:moveTo>
                  <a:lnTo>
                    <a:pt x="0" y="1033670"/>
                  </a:lnTo>
                  <a:lnTo>
                    <a:pt x="125895" y="1146313"/>
                  </a:lnTo>
                  <a:lnTo>
                    <a:pt x="390939" y="1225826"/>
                  </a:lnTo>
                  <a:lnTo>
                    <a:pt x="470452" y="1232452"/>
                  </a:lnTo>
                  <a:lnTo>
                    <a:pt x="927652" y="19878"/>
                  </a:lnTo>
                  <a:lnTo>
                    <a:pt x="728869" y="0"/>
                  </a:lnTo>
                  <a:lnTo>
                    <a:pt x="569843" y="13252"/>
                  </a:lnTo>
                  <a:lnTo>
                    <a:pt x="377687" y="39757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B930CD3B-0E46-89E9-551F-787D33256F1B}"/>
                </a:ext>
              </a:extLst>
            </p:cNvPr>
            <p:cNvSpPr/>
            <p:nvPr/>
          </p:nvSpPr>
          <p:spPr>
            <a:xfrm rot="18876817">
              <a:off x="5187968" y="2892466"/>
              <a:ext cx="3273552" cy="603504"/>
            </a:xfrm>
            <a:prstGeom prst="roundRect">
              <a:avLst>
                <a:gd name="adj" fmla="val 50000"/>
              </a:avLst>
            </a:prstGeom>
            <a:solidFill>
              <a:srgbClr val="E452BA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A03D4106-AD09-4027-2FF9-A07ADB635690}"/>
                </a:ext>
              </a:extLst>
            </p:cNvPr>
            <p:cNvSpPr/>
            <p:nvPr/>
          </p:nvSpPr>
          <p:spPr>
            <a:xfrm rot="4950290">
              <a:off x="7530501" y="2952832"/>
              <a:ext cx="606217" cy="1346174"/>
            </a:xfrm>
            <a:prstGeom prst="ellipse">
              <a:avLst/>
            </a:prstGeom>
            <a:solidFill>
              <a:srgbClr val="D4AA78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847262A3-982D-328E-8C83-CB97D907A70A}"/>
                </a:ext>
              </a:extLst>
            </p:cNvPr>
            <p:cNvSpPr/>
            <p:nvPr/>
          </p:nvSpPr>
          <p:spPr>
            <a:xfrm rot="14293247">
              <a:off x="8458381" y="2775903"/>
              <a:ext cx="533400" cy="1125106"/>
            </a:xfrm>
            <a:prstGeom prst="ellipse">
              <a:avLst/>
            </a:prstGeom>
            <a:solidFill>
              <a:srgbClr val="D4AA78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</p:spTree>
    <p:extLst>
      <p:ext uri="{BB962C8B-B14F-4D97-AF65-F5344CB8AC3E}">
        <p14:creationId xmlns:p14="http://schemas.microsoft.com/office/powerpoint/2010/main" val="24771831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5AA030-D718-8C25-17A8-243EE810E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9B24516-434E-516F-5907-5188F03B1AB4}"/>
              </a:ext>
            </a:extLst>
          </p:cNvPr>
          <p:cNvSpPr/>
          <p:nvPr/>
        </p:nvSpPr>
        <p:spPr>
          <a:xfrm rot="18529284">
            <a:off x="4176601" y="2916088"/>
            <a:ext cx="3273552" cy="603504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A92D12ED-E45A-A984-37A2-EDF94716B086}"/>
              </a:ext>
            </a:extLst>
          </p:cNvPr>
          <p:cNvSpPr/>
          <p:nvPr/>
        </p:nvSpPr>
        <p:spPr>
          <a:xfrm rot="17995974">
            <a:off x="4912121" y="2664145"/>
            <a:ext cx="1322877" cy="240110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25358D6-4485-C0E0-3CB8-5529F3FEFC15}"/>
              </a:ext>
            </a:extLst>
          </p:cNvPr>
          <p:cNvSpPr/>
          <p:nvPr/>
        </p:nvSpPr>
        <p:spPr>
          <a:xfrm rot="20429022">
            <a:off x="4604439" y="3479911"/>
            <a:ext cx="3273552" cy="603504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475E481-4FD5-F34F-E12C-FE3120F590A6}"/>
              </a:ext>
            </a:extLst>
          </p:cNvPr>
          <p:cNvSpPr/>
          <p:nvPr/>
        </p:nvSpPr>
        <p:spPr>
          <a:xfrm rot="1552205">
            <a:off x="3288204" y="1233833"/>
            <a:ext cx="2185416" cy="20482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E8D55DE-253F-AA26-B956-3B75108C6896}"/>
              </a:ext>
            </a:extLst>
          </p:cNvPr>
          <p:cNvSpPr/>
          <p:nvPr/>
        </p:nvSpPr>
        <p:spPr>
          <a:xfrm rot="8426335">
            <a:off x="6403033" y="4197808"/>
            <a:ext cx="606217" cy="134617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CD3A263-E2B3-5D59-C47E-3DFCCE68177A}"/>
              </a:ext>
            </a:extLst>
          </p:cNvPr>
          <p:cNvSpPr/>
          <p:nvPr/>
        </p:nvSpPr>
        <p:spPr>
          <a:xfrm rot="17835036">
            <a:off x="7101813" y="4872367"/>
            <a:ext cx="533400" cy="112510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D33CD75-9DAB-04AB-FC20-417E7281A273}"/>
              </a:ext>
            </a:extLst>
          </p:cNvPr>
          <p:cNvSpPr/>
          <p:nvPr/>
        </p:nvSpPr>
        <p:spPr>
          <a:xfrm rot="8731265">
            <a:off x="4259370" y="2144277"/>
            <a:ext cx="533400" cy="149203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BED526A-3952-5DF8-9E3E-E0334F91BCAB}"/>
              </a:ext>
            </a:extLst>
          </p:cNvPr>
          <p:cNvSpPr/>
          <p:nvPr/>
        </p:nvSpPr>
        <p:spPr>
          <a:xfrm rot="1552205">
            <a:off x="3720793" y="1656446"/>
            <a:ext cx="238568" cy="33237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5654E5-B941-BA79-6611-02A3C9D2B552}"/>
              </a:ext>
            </a:extLst>
          </p:cNvPr>
          <p:cNvSpPr txBox="1"/>
          <p:nvPr/>
        </p:nvSpPr>
        <p:spPr>
          <a:xfrm>
            <a:off x="9323296" y="1389888"/>
            <a:ext cx="1951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Pool noodle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9995316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A2572-269D-9C1A-16E1-8AE0AC151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4FD49C7A-3C96-2430-279D-E2A50EC3CB6F}"/>
              </a:ext>
            </a:extLst>
          </p:cNvPr>
          <p:cNvGrpSpPr/>
          <p:nvPr/>
        </p:nvGrpSpPr>
        <p:grpSpPr>
          <a:xfrm>
            <a:off x="4486062" y="1865330"/>
            <a:ext cx="3219876" cy="4134510"/>
            <a:chOff x="3915628" y="1199729"/>
            <a:chExt cx="3219876" cy="4134510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EA7F91B1-5FC7-CAF4-B8F3-BD1DA9674558}"/>
                </a:ext>
              </a:extLst>
            </p:cNvPr>
            <p:cNvSpPr/>
            <p:nvPr/>
          </p:nvSpPr>
          <p:spPr>
            <a:xfrm rot="16690148">
              <a:off x="6122787" y="2845236"/>
              <a:ext cx="533400" cy="1492034"/>
            </a:xfrm>
            <a:prstGeom prst="ellipse">
              <a:avLst/>
            </a:prstGeom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2B3CB4BC-2835-3383-82A2-BA28CCC4035B}"/>
                </a:ext>
              </a:extLst>
            </p:cNvPr>
            <p:cNvSpPr/>
            <p:nvPr/>
          </p:nvSpPr>
          <p:spPr>
            <a:xfrm rot="503577">
              <a:off x="6145079" y="3223613"/>
              <a:ext cx="627912" cy="738800"/>
            </a:xfrm>
            <a:prstGeom prst="roundRect">
              <a:avLst/>
            </a:prstGeom>
            <a:solidFill>
              <a:srgbClr val="FFFF00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6D54FA99-0189-B68C-709D-BBF36EA09098}"/>
                </a:ext>
              </a:extLst>
            </p:cNvPr>
            <p:cNvSpPr/>
            <p:nvPr/>
          </p:nvSpPr>
          <p:spPr>
            <a:xfrm rot="9112926">
              <a:off x="5596144" y="3939120"/>
              <a:ext cx="606217" cy="1346174"/>
            </a:xfrm>
            <a:prstGeom prst="ellipse">
              <a:avLst/>
            </a:prstGeom>
            <a:solidFill>
              <a:schemeClr val="accent2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98670BA5-4562-C2BE-6301-9F28EFD222D9}"/>
                </a:ext>
              </a:extLst>
            </p:cNvPr>
            <p:cNvSpPr/>
            <p:nvPr/>
          </p:nvSpPr>
          <p:spPr>
            <a:xfrm>
              <a:off x="4865254" y="2947599"/>
              <a:ext cx="1322877" cy="1492513"/>
            </a:xfrm>
            <a:prstGeom prst="ellipse">
              <a:avLst/>
            </a:prstGeom>
            <a:solidFill>
              <a:schemeClr val="accent2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C16F9410-133E-8D84-1407-AD956AB6BEA4}"/>
                </a:ext>
              </a:extLst>
            </p:cNvPr>
            <p:cNvSpPr/>
            <p:nvPr/>
          </p:nvSpPr>
          <p:spPr>
            <a:xfrm>
              <a:off x="4458038" y="1199729"/>
              <a:ext cx="2185416" cy="2048256"/>
            </a:xfrm>
            <a:prstGeom prst="ellipse">
              <a:avLst/>
            </a:prstGeom>
            <a:solidFill>
              <a:srgbClr val="F5F5D5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03DF45A8-B8F9-58FB-2122-C8304252F265}"/>
                </a:ext>
              </a:extLst>
            </p:cNvPr>
            <p:cNvSpPr/>
            <p:nvPr/>
          </p:nvSpPr>
          <p:spPr>
            <a:xfrm rot="12328088">
              <a:off x="4906686" y="3988065"/>
              <a:ext cx="606217" cy="1346174"/>
            </a:xfrm>
            <a:prstGeom prst="ellipse">
              <a:avLst/>
            </a:prstGeom>
            <a:solidFill>
              <a:schemeClr val="accent2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993538E6-7D1C-D749-C4D6-D66A4EE6ED22}"/>
                </a:ext>
              </a:extLst>
            </p:cNvPr>
            <p:cNvSpPr/>
            <p:nvPr/>
          </p:nvSpPr>
          <p:spPr>
            <a:xfrm rot="4957278">
              <a:off x="4394945" y="2785636"/>
              <a:ext cx="533400" cy="1492034"/>
            </a:xfrm>
            <a:prstGeom prst="ellipse">
              <a:avLst/>
            </a:prstGeom>
            <a:solidFill>
              <a:schemeClr val="accent2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45C027C4-F9D3-58BE-55DD-F55622AF1E79}"/>
                </a:ext>
              </a:extLst>
            </p:cNvPr>
            <p:cNvSpPr/>
            <p:nvPr/>
          </p:nvSpPr>
          <p:spPr>
            <a:xfrm rot="21092445">
              <a:off x="4355038" y="3142168"/>
              <a:ext cx="627912" cy="738800"/>
            </a:xfrm>
            <a:prstGeom prst="roundRect">
              <a:avLst/>
            </a:prstGeom>
            <a:solidFill>
              <a:srgbClr val="FFFF00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9F998583-6D88-C056-650E-F473CC93D5C6}"/>
                </a:ext>
              </a:extLst>
            </p:cNvPr>
            <p:cNvCxnSpPr/>
            <p:nvPr/>
          </p:nvCxnSpPr>
          <p:spPr>
            <a:xfrm>
              <a:off x="4865254" y="4737652"/>
              <a:ext cx="501876" cy="251791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C3F25BB3-2F7A-7994-F9BD-1CEFE8E494D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24820" y="4661152"/>
              <a:ext cx="550084" cy="28078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096669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88DFC9-A694-B1F3-D4BF-E98D667E4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8F2A030F-2388-A170-8A20-BF4312D30C41}"/>
              </a:ext>
            </a:extLst>
          </p:cNvPr>
          <p:cNvSpPr/>
          <p:nvPr/>
        </p:nvSpPr>
        <p:spPr>
          <a:xfrm rot="12328088">
            <a:off x="4906686" y="3988065"/>
            <a:ext cx="606217" cy="134617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BC9FFFB-7F96-30B1-EB07-835F036B7817}"/>
              </a:ext>
            </a:extLst>
          </p:cNvPr>
          <p:cNvGrpSpPr/>
          <p:nvPr/>
        </p:nvGrpSpPr>
        <p:grpSpPr>
          <a:xfrm rot="17610312">
            <a:off x="5178204" y="2501047"/>
            <a:ext cx="1492034" cy="738800"/>
            <a:chOff x="5643470" y="3223613"/>
            <a:chExt cx="1492034" cy="738800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356FE89E-2F03-F226-409F-A8221269CD17}"/>
                </a:ext>
              </a:extLst>
            </p:cNvPr>
            <p:cNvSpPr/>
            <p:nvPr/>
          </p:nvSpPr>
          <p:spPr>
            <a:xfrm rot="16690148">
              <a:off x="6122787" y="2845236"/>
              <a:ext cx="533400" cy="149203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9835A457-E759-19DC-D977-CD992D8838AA}"/>
                </a:ext>
              </a:extLst>
            </p:cNvPr>
            <p:cNvSpPr/>
            <p:nvPr/>
          </p:nvSpPr>
          <p:spPr>
            <a:xfrm rot="503577">
              <a:off x="6145079" y="3223613"/>
              <a:ext cx="627912" cy="738800"/>
            </a:xfrm>
            <a:prstGeom prst="round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sp>
        <p:nvSpPr>
          <p:cNvPr id="4" name="Oval 3">
            <a:extLst>
              <a:ext uri="{FF2B5EF4-FFF2-40B4-BE49-F238E27FC236}">
                <a16:creationId xmlns:a16="http://schemas.microsoft.com/office/drawing/2014/main" id="{1654547A-EB2A-6C48-F0D4-55410BDF8401}"/>
              </a:ext>
            </a:extLst>
          </p:cNvPr>
          <p:cNvSpPr/>
          <p:nvPr/>
        </p:nvSpPr>
        <p:spPr>
          <a:xfrm>
            <a:off x="4865254" y="2947599"/>
            <a:ext cx="1322877" cy="149251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3A3CFD8-6CDB-8188-1694-799A5C848D2F}"/>
              </a:ext>
            </a:extLst>
          </p:cNvPr>
          <p:cNvSpPr/>
          <p:nvPr/>
        </p:nvSpPr>
        <p:spPr>
          <a:xfrm>
            <a:off x="4458038" y="1199729"/>
            <a:ext cx="2185416" cy="20482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FC7BFB6-2372-7A20-B1AF-D4586311A054}"/>
              </a:ext>
            </a:extLst>
          </p:cNvPr>
          <p:cNvSpPr/>
          <p:nvPr/>
        </p:nvSpPr>
        <p:spPr>
          <a:xfrm>
            <a:off x="4754880" y="1901952"/>
            <a:ext cx="238568" cy="33237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7FEF46B-9A76-EF5C-454D-B59A5471A0BD}"/>
              </a:ext>
            </a:extLst>
          </p:cNvPr>
          <p:cNvSpPr txBox="1"/>
          <p:nvPr/>
        </p:nvSpPr>
        <p:spPr>
          <a:xfrm>
            <a:off x="6643454" y="2790900"/>
            <a:ext cx="2579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Floaties</a:t>
            </a:r>
            <a:endParaRPr lang="en-CA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9F21775-ECCF-7A77-5C5C-58CD7C59E3B2}"/>
              </a:ext>
            </a:extLst>
          </p:cNvPr>
          <p:cNvGrpSpPr/>
          <p:nvPr/>
        </p:nvGrpSpPr>
        <p:grpSpPr>
          <a:xfrm rot="4874445">
            <a:off x="4695772" y="2421500"/>
            <a:ext cx="1492034" cy="738800"/>
            <a:chOff x="3915628" y="3142168"/>
            <a:chExt cx="1492034" cy="738800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5A73F42F-1425-FFCF-8E00-257BD3B9C899}"/>
                </a:ext>
              </a:extLst>
            </p:cNvPr>
            <p:cNvSpPr/>
            <p:nvPr/>
          </p:nvSpPr>
          <p:spPr>
            <a:xfrm rot="4957278">
              <a:off x="4394945" y="2785636"/>
              <a:ext cx="533400" cy="149203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F2C3F63D-0B71-CE14-D44B-CD87DDEF65A4}"/>
                </a:ext>
              </a:extLst>
            </p:cNvPr>
            <p:cNvSpPr/>
            <p:nvPr/>
          </p:nvSpPr>
          <p:spPr>
            <a:xfrm rot="21092445">
              <a:off x="4355038" y="3142168"/>
              <a:ext cx="627912" cy="738800"/>
            </a:xfrm>
            <a:prstGeom prst="round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sp>
        <p:nvSpPr>
          <p:cNvPr id="2" name="Oval 1">
            <a:extLst>
              <a:ext uri="{FF2B5EF4-FFF2-40B4-BE49-F238E27FC236}">
                <a16:creationId xmlns:a16="http://schemas.microsoft.com/office/drawing/2014/main" id="{568778D1-A147-D00A-F967-C0793646E669}"/>
              </a:ext>
            </a:extLst>
          </p:cNvPr>
          <p:cNvSpPr/>
          <p:nvPr/>
        </p:nvSpPr>
        <p:spPr>
          <a:xfrm rot="9112926">
            <a:off x="5596144" y="3939120"/>
            <a:ext cx="606217" cy="134617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074664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365</TotalTime>
  <Words>5</Words>
  <Application>Microsoft Office PowerPoint</Application>
  <PresentationFormat>Widescreen</PresentationFormat>
  <Paragraphs>4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Aptos</vt:lpstr>
      <vt:lpstr>Aptos Display</vt:lpstr>
      <vt:lpstr>Arial</vt:lpstr>
      <vt:lpstr>VCR OSD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Martel</dc:creator>
  <cp:lastModifiedBy>Dan Martel</cp:lastModifiedBy>
  <cp:revision>20</cp:revision>
  <dcterms:created xsi:type="dcterms:W3CDTF">2025-11-14T18:21:50Z</dcterms:created>
  <dcterms:modified xsi:type="dcterms:W3CDTF">2025-11-20T16:48:03Z</dcterms:modified>
</cp:coreProperties>
</file>