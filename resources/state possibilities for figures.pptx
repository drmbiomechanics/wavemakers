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73" r:id="rId3"/>
    <p:sldId id="274" r:id="rId4"/>
    <p:sldId id="275" r:id="rId5"/>
    <p:sldId id="276" r:id="rId6"/>
    <p:sldId id="277" r:id="rId7"/>
    <p:sldId id="271" r:id="rId8"/>
    <p:sldId id="261" r:id="rId9"/>
    <p:sldId id="262" r:id="rId10"/>
    <p:sldId id="260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F9F7"/>
    <a:srgbClr val="0FB5B1"/>
    <a:srgbClr val="EEC186"/>
    <a:srgbClr val="36868E"/>
    <a:srgbClr val="15EBE6"/>
    <a:srgbClr val="6CF2EF"/>
    <a:srgbClr val="7E69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08.680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0 595 24556,'867'-595'0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8:26.55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75 24575,'13'-2'0,"-1"1"0,0-2 0,0 1 0,0-2 0,0 1 0,19-10 0,-15 6 0,0 1 0,27-6 0,-2 4 0,1 2 0,1 1 0,-1 3 0,55 3 0,-12 12 0,-77-12 0,0 0 0,1 1 0,-1 0 0,0 0 0,0 1 0,0 0 0,-1 0 0,11 6 0,55 38 0,62 54 0,-93-55 0,-35-37 0,0 0 0,1 0 0,16 13 0,49 59 0,-48-63 0,-2 0 0,0 2 0,-2 1 0,33 40 0,-13 25 0,19 12 0,-57-94-1365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8.20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0 112 24461,'734'-112'0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9.6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0 146 24518,'828'-145'0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4.34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0 225 24575,'12'0'0,"0"-1"0,0-1 0,0 0 0,-1-1 0,1 0 0,-1-1 0,0 0 0,11-6 0,87-52 0,-76 41 0,37-17 0,-36 23-227,0 2-1,1 1 1,1 2-1,-1 1 1,63-6-1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5.52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1 172 24575,'4'-8'0,"1"0"0,1 0 0,-1 0 0,1 1 0,0 0 0,1 0 0,0 1 0,0-1 0,0 2 0,1-1 0,0 1 0,0 0 0,0 1 0,1-1 0,-1 2 0,1-1 0,0 1 0,0 1 0,0 0 0,16-2 0,88-18 0,71-7 0,-124 23-1365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46.808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90 24575,'16'-2'0,"-1"0"0,0-1 0,0-1 0,0 0 0,16-8 0,2 1 0,-7 3 0,-10 2 0,1 1 0,0 0 0,1 1 0,-1 1 0,0 1 0,19-1 0,6 3-455,-1-2 0,61-11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1.126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25 24575,'2'0'0,"0"-1"0,2 0 0,3-1 0,0 0 0,1-2 0,0 1 0,0 0 0,-1 1 0,0 1 0,0 0 0,0 1 0,-2-1 0,0-1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3.90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34 24575,'6'0'0,"-1"0"0,1 1 0,-1-1 0,1 1 0,-1 0 0,1 1 0,-1-1 0,0 1 0,0 0 0,1 0 0,-2 1 0,1 0 0,0-1 0,0 2 0,-1-1 0,5 4 0,-5-5 0,-1 0 0,1-1 0,0 0 0,0 0 0,0 0 0,0 0 0,0 0 0,1-1 0,-1 0 0,8 0 0,43-5 0,116-36 0,-3 11 0,-137 29-1365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6.35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 24575,'54'-2'0,"-32"1"0,-1 0 0,1 1 0,32 5 0,-51-4 0,1 0 0,-1 0 0,0 0 0,1 1 0,-1-1 0,0 1 0,0 0 0,0 0 0,0 0 0,-1 0 0,1 0 0,-1 1 0,1-1 0,-1 1 0,0 0 0,0-1 0,0 1 0,0 0 0,0 0 0,-1 0 0,1 1 0,-1-1 0,0 0 0,0 1 0,0-1 0,0 0 0,0 7 0,-1-10 0,0 1 0,0-1 0,0 0 0,0 1 0,0-1 0,0 0 0,0 0 0,0 1 0,0-1 0,0 0 0,0 1 0,0-1 0,0 0 0,0 1 0,0-1 0,0 0 0,0 0 0,0 1 0,0-1 0,-1 0 0,1 0 0,0 1 0,0-1 0,0 0 0,-1 0 0,1 1 0,0-1 0,0 0 0,0 0 0,-1 0 0,1 0 0,0 1 0,0-1 0,-1 0 0,1 0 0,0 0 0,-1 0 0,1 0 0,-1 0 0,-11-6 0,-9-17 0,18 16-1365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8.93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47 24575,'1'1'0,"-1"0"0,1 0 0,-1 0 0,1 0 0,-1 0 0,1 0 0,-1 0 0,1 0 0,0 0 0,0 0 0,-1-1 0,1 1 0,0 0 0,0 0 0,0-1 0,0 1 0,0-1 0,0 1 0,0-1 0,0 1 0,0-1 0,0 1 0,0-1 0,1 0 0,-1 0 0,0 0 0,0 1 0,0-1 0,2-1 0,39 3 0,-38-2 0,2 0 0,1 0 0,0 0 0,0-1 0,0 1 0,-1-2 0,1 1 0,0-1 0,-1 0 0,1 0 0,-1-1 0,0 1 0,0-2 0,8-4 0,-1 2-136,1 0-1,0 0 1,0 1-1,0 1 1,1 0-1,-1 1 1,1 1-1,0 0 0,22 0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49:59.954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0 64 24575,'25'-2'25,"0"-1"-1,-1-1 1,0-1 0,46-16-1,38-8-1512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0.529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31 24575,'1'0'0,"2"0"0,1-1 0,2-1 0,3 0 0,2-2 0,4 0 0,3 1 0,2 0 0,1 0 0,-1 1 0,0 0 0,-1 1 0,-4 1 0,-1-1 0,-2-1 0,-2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0:03.42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5 24575,'38'-1'0,"-27"-1"0,-1 1 0,0 1 0,1 0 0,-1 0 0,0 1 0,1 0 0,-1 1 0,0 0 0,12 4 0,-21-5 4,0 0 0,0-1 0,0 1-1,0 0 1,0 0 0,0 0 0,0 0-1,0 0 1,-1 0 0,1 0 0,0 0-1,-1 1 1,1-1 0,-1 0 0,1 0-1,-1 0 1,1 1 0,-1-1 0,0 0 0,0 1-1,0-1 1,1 0 0,-1 1 0,-1-1-1,1 0 1,0 0 0,0 1 0,-1 0-1,1-1-42,0 0-1,-1 1 0,1-1 0,0 0 0,0 0 0,0 0 0,0 0 1,0 0-1,0 0 0,0 0 0,0 0 0,1 1 0,-1-1 1,0 0-1,1 0 0,-1 0 0,0 0 0,1 0 0,-1 0 0,1 0 1,0 0-1,-1 0 0,1-1 0,0 1 0,0 0 0,-1 0 0,1-1 1,0 1-1,0 0 0,0-1 0,0 1 0,0-1 0,0 1 1,0-1-1,0 1 0,1-1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1:03.881"/>
    </inkml:context>
    <inkml:brush xml:id="br0">
      <inkml:brushProperty name="width" value="0.1" units="cm"/>
      <inkml:brushProperty name="height" value="0.1" units="cm"/>
      <inkml:brushProperty name="color" value="#0FB5B1"/>
    </inkml:brush>
  </inkml:definitions>
  <inkml:trace contextRef="#ctx0" brushRef="#br0">1 172 24575,'0'1'0,"1"0"0,0 1 0,0-1 0,-1 0 0,1 0 0,0 1 0,0-1 0,0 0 0,0 0 0,0 0 0,0 0 0,1-1 0,-1 1 0,0 0 0,0 0 0,1-1 0,-1 1 0,0-1 0,1 1 0,-1-1 0,1 1 0,-1-1 0,1 0 0,-1 0 0,0 0 0,1 0 0,-1 0 0,1 0 0,-1 0 0,2-1 0,53 0 0,-53 0 0,2 0 0,0-1 0,0 0 0,0 0 0,0-1 0,-1 1 0,1-1 0,-1 0 0,0-1 0,0 1 0,0-1 0,5-5 0,22-17 0,-18 19 0,0 0 0,1 0 0,0 2 0,0 0 0,15-4 0,140-25 0,-108 12 0,-48 17 0,0-1 0,1 2 0,16-4 0,-16 5 0,1 2 0,-1 0 0,1 0 0,-1 2 0,1 0 0,-1 0 0,16 4 0,0 17 0,-11-7 0,5 2-1365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1:10.197"/>
    </inkml:context>
    <inkml:brush xml:id="br0">
      <inkml:brushProperty name="width" value="0.1" units="cm"/>
      <inkml:brushProperty name="height" value="0.1" units="cm"/>
      <inkml:brushProperty name="color" value="#0FB5B1"/>
    </inkml:brush>
  </inkml:definitions>
  <inkml:trace contextRef="#ctx0" brushRef="#br0">0 124 24575,'37'0'0,"-24"2"0,1-1 0,-1-1 0,0 0 0,0-1 0,0-1 0,0 0 0,0 0 0,0-2 0,-1 1 0,1-1 0,17-10 0,-19 8 0,0 0 0,1 0 0,-1 1 0,1 1 0,0 0 0,0 0 0,0 1 0,20-2 0,-19 3 0,0 0 0,0-1 0,19-8 0,-19 7 0,-1 0 0,1 1 0,19-3 0,48-11-1365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1:25.463"/>
    </inkml:context>
    <inkml:brush xml:id="br0">
      <inkml:brushProperty name="width" value="0.1" units="cm"/>
      <inkml:brushProperty name="height" value="0.1" units="cm"/>
      <inkml:brushProperty name="color" value="#0FB5B1"/>
    </inkml:brush>
  </inkml:definitions>
  <inkml:trace contextRef="#ctx0" brushRef="#br0">0 0 24575,'6'0'0,"-1"1"0,1-1 0,-1 1 0,0 0 0,1 1 0,-1-1 0,0 1 0,0 0 0,0 0 0,0 1 0,0 0 0,-1-1 0,1 1 0,-1 1 0,0-1 0,1 1 0,-2 0 0,1 0 0,4 6 0,-6-8 0,0 0 0,0 1 0,0-1 0,0 0 0,0 0 0,1 0 0,-1 0 0,1-1 0,-1 1 0,1-1 0,0 1 0,-1-1 0,5 1 0,-4-1 0,0 1 0,0-1 0,0 0 0,0 1 0,-1-1 0,1 1 0,0 0 0,-1 0 0,0 0 0,1 0 0,2 4 0,-3-4 3,0 0 0,-1 0 0,1 0 0,0-1 0,0 1 0,0-1 0,1 1 0,-1-1 0,0 0 0,1 0 0,-1 1 0,0-2-1,1 1 1,-1 0 0,1-1 0,5 2 0,45-2-285,-29-2-851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1:30.281"/>
    </inkml:context>
    <inkml:brush xml:id="br0">
      <inkml:brushProperty name="width" value="0.1" units="cm"/>
      <inkml:brushProperty name="height" value="0.1" units="cm"/>
      <inkml:brushProperty name="color" value="#0FB5B1"/>
    </inkml:brush>
  </inkml:definitions>
  <inkml:trace contextRef="#ctx0" brushRef="#br0">0 126 24575,'6'0'0,"-1"-1"0,1-1 0,-1 1 0,0-1 0,0 0 0,0 0 0,0 0 0,0-1 0,5-3 0,34-14 0,-39 18 0,-1 1 0,1-1 0,0-1 0,-1 1 0,0 0 0,1-1 0,4-4 0,-6 4 0,1 0 0,0 1 0,0-1 0,0 1 0,0 0 0,0 0 0,0 0 0,0 1 0,1-1 0,-1 1 0,5-1 0,-3 1 0,0 0 0,0-1 0,-1 0 0,1 0 0,-1 0 0,1-1 0,5-3 0,-8 4 0,0 0 0,1 0 0,-1 0 0,1 0 0,-1 0 0,1 1 0,-1 0 0,1 0 0,0 0 0,0 0 0,0 0 0,-1 1 0,1 0 0,0 0 0,0 0 0,0 0 0,0 0 0,0 1 0,5 1 0,36 34-1365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09.340"/>
    </inkml:context>
    <inkml:brush xml:id="br0">
      <inkml:brushProperty name="width" value="0.1" units="cm"/>
      <inkml:brushProperty name="height" value="0.1" units="cm"/>
      <inkml:brushProperty name="color" value="#0FB5B1"/>
    </inkml:brush>
  </inkml:definitions>
  <inkml:trace contextRef="#ctx0" brushRef="#br0">0 1 24575,'0'2'5,"1"1"0,-1-1-1,1 1 1,-1-1 0,1 1-1,0-1 1,0 1-1,0-1 1,0 0 0,1 1-1,-1-1 1,1 0 0,-1 0-1,1 0 1,0 0 0,-1 0-1,1-1 1,0 1 0,0 0-1,0-1 1,1 0 0,-1 1-1,0-1 1,0 0 0,1 0-1,-1 0 1,5 1 0,-4-1-77,0 0 1,0 0 0,0 0 0,0 0-1,-1 1 1,1-1 0,0 1 0,-1 0 0,0 0-1,1 0 1,-1 0 0,0 0 0,0 0-1,0 1 1,0-1 0,0 0 0,-1 1 0,1 0-1,-1-1 1,2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19.240"/>
    </inkml:context>
    <inkml:brush xml:id="br0">
      <inkml:brushProperty name="width" value="0.35" units="cm"/>
      <inkml:brushProperty name="height" value="0.35" units="cm"/>
      <inkml:brushProperty name="color" value="#0FB5B1"/>
    </inkml:brush>
  </inkml:definitions>
  <inkml:trace contextRef="#ctx0" brushRef="#br0">1 1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23.008"/>
    </inkml:context>
    <inkml:brush xml:id="br0">
      <inkml:brushProperty name="width" value="0.35" units="cm"/>
      <inkml:brushProperty name="height" value="0.35" units="cm"/>
      <inkml:brushProperty name="color" value="#0FB5B1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23.874"/>
    </inkml:context>
    <inkml:brush xml:id="br0">
      <inkml:brushProperty name="width" value="0.35" units="cm"/>
      <inkml:brushProperty name="height" value="0.35" units="cm"/>
      <inkml:brushProperty name="color" value="#0FB5B1"/>
    </inkml:brush>
  </inkml:definitions>
  <inkml:trace contextRef="#ctx0" brushRef="#br0">1 1 24575,'0'0'-8191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24.532"/>
    </inkml:context>
    <inkml:brush xml:id="br0">
      <inkml:brushProperty name="width" value="0.35" units="cm"/>
      <inkml:brushProperty name="height" value="0.35" units="cm"/>
      <inkml:brushProperty name="color" value="#0FB5B1"/>
    </inkml:brush>
  </inkml:definitions>
  <inkml:trace contextRef="#ctx0" brushRef="#br0">1 0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27.894"/>
    </inkml:context>
    <inkml:brush xml:id="br0">
      <inkml:brushProperty name="width" value="0.2" units="cm"/>
      <inkml:brushProperty name="height" value="0.2" units="cm"/>
      <inkml:brushProperty name="color" value="#0FB5B1"/>
    </inkml:brush>
  </inkml:definitions>
  <inkml:trace contextRef="#ctx0" brushRef="#br0">0 0 24575,'0'2'0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28.870"/>
    </inkml:context>
    <inkml:brush xml:id="br0">
      <inkml:brushProperty name="width" value="0.2" units="cm"/>
      <inkml:brushProperty name="height" value="0.2" units="cm"/>
      <inkml:brushProperty name="color" value="#0FB5B1"/>
    </inkml:brush>
  </inkml:definitions>
  <inkml:trace contextRef="#ctx0" brushRef="#br0">1 2 24575,'1'0'0,"3"0"0,1 0 0,2 0 0,-1-1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38.346"/>
    </inkml:context>
    <inkml:brush xml:id="br0">
      <inkml:brushProperty name="width" value="0.2" units="cm"/>
      <inkml:brushProperty name="height" value="0.2" units="cm"/>
      <inkml:brushProperty name="color" value="#0FB5B1"/>
    </inkml:brush>
  </inkml:definitions>
  <inkml:trace contextRef="#ctx0" brushRef="#br0">357 138 24575,'1'-1'0,"1"0"0,-1 0 0,0 0 0,1 1 0,-1-1 0,1 0 0,-1 1 0,1-1 0,0 1 0,-1-1 0,1 1 0,0 0 0,-1 0 0,1 0 0,0 0 0,-1 0 0,1 0 0,2 0 0,0 0 0,576-10 0,-624 8 0,1-3 0,0-1 0,-65-18 0,7 1 0,89 19 0,13 2 0,30-1 0,56 2 0,-82 1 0,73 1 0,91 14 0,-120-7 0,44 4 0,-43-7 0,-50-5 0,0 0 0,-1 0 0,1 0 0,0 0 0,0 0 0,0 0 0,0 0 0,0 0 0,0 0 0,0 0 0,0 1 0,0-1 0,0 0 0,0 0 0,0 0 0,0 0 0,0 0 0,0 0 0,0 0 0,0 0 0,0 0 0,0 0 0,0 0 0,0 1 0,0-1 0,0 0 0,0 0 0,0 0 0,0 0 0,0 0 0,0 0 0,0 0 0,0 0 0,0 0 0,-31 1 0,-66-1 0,-160-21 0,252 19 0,1 1 0,0-1 0,-1 1 0,1-1 0,0-1 0,0 1 0,0 0 0,-5-5 0,8 6 0,0 1 0,0-1 0,0 1 0,0-1 0,0 0 0,1 1 0,-1-1 0,0 0 0,0 0 0,1 0 0,-1 0 0,0 1 0,1-1 0,-1 0 0,1 0 0,0 0 0,-1 0 0,1 0 0,0 0 0,-1 0 0,1 0 0,0-1 0,0 1 0,0 0 0,0 0 0,0 0 0,0 0 0,0 0 0,0 0 0,1 0 0,-1 0 0,0 0 0,0 0 0,1 0 0,-1 0 0,1 0 0,-1 0 0,1 0 0,0 0 0,-1 0 0,2-1 0,3 0 0,1 0 0,-1 1 0,1-1 0,-1 1 0,1 0 0,0 0 0,-1 1 0,1 0 0,0 0 0,-1 0 0,1 0 0,9 3 0,8-1 0,-16-3 0,-1 1 0,1 0 0,0 0 0,-1 1 0,1-1 0,-1 2 0,1-1 0,-1 1 0,1 0 0,-1 0 0,0 0 0,0 1 0,0 0 0,0 1 0,0-1 0,-1 1 0,10 9 0,-11-11 0,0 1 0,0 0 0,0-1 0,0 1 0,0-1 0,0 0 0,0-1 0,1 1 0,-1-1 0,1 0 0,-1 0 0,9 1 0,64 2 0,-53-4 0,205-4 0,-45-1 0,-83-4 0,-108 8 0,1 0 0,-1-1 0,1 0 0,0 0 0,0-1 0,0 1 0,-6-5 0,3 2 0,-1 0 0,0 0 0,0 1 0,0 1 0,-1 0 0,1 0 0,-1 1 0,-12-1 0,-60 15 0,46-5 0,67-14 0,-17 3 0,1 2 0,-1-1 0,23 0 0,14 3 0,70 3 0,-107-1 0,1 0 0,-1 1 0,0 0 0,0 1 0,-1 1 0,25 11 0,-27-13 0,1 0 0,0 0 0,0-1 0,0-1 0,0 0 0,0-1 0,1 0 0,-1 0 0,16-3 0,18 0 0,-2 5 0,-31 0 0,0-1 0,1-1 0,-1 0 0,0 0 0,1-1 0,-1-1 0,14-4 0,-21 5 0,3-3 0,0 0 0,1 1 0,0 0 0,0 1 0,-1 0 0,1 0 0,1 1 0,-1 0 0,9 1 0,-12 0 0,1 0 0,-1 0 0,1 0 0,-1 1 0,1 0 0,11 3 0,-16-3 0,0 0 0,-1 0 0,1 0 0,0 0 0,0 0 0,-1 1 0,1-1 0,-1 0 0,1 1 0,-1 0 0,1-1 0,-1 1 0,0 0 0,0-1 0,0 1 0,0 0 0,0 0 0,0 0 0,0 0 0,-1 0 0,1 0 0,0 3 0,19 81 0,12 63 0,-29-135 0,1 0 0,0 0 0,11 24 0,-10-27 0,0 0 0,-1 0 0,0 1 0,-1 0 0,0 0 0,1 16 0,-4-21 0,1 0 0,-2 0 0,1 0 0,-1 0 0,-1 9 0,2-15 0,0-1 0,0 0 0,-1 1 0,1-1 0,0 0 0,0 0 0,0 1 0,0-1 0,0 0 0,0 0 0,0 1 0,-1-1 0,1 0 0,0 0 0,0 1 0,0-1 0,-1 0 0,1 0 0,0 0 0,0 0 0,-1 1 0,1-1 0,0 0 0,0 0 0,-1 0 0,1 0 0,0 0 0,0 0 0,-1 0 0,1 1 0,0-1 0,-1 0 0,1 0 0,0 0 0,0 0 0,-1 0 0,1 0 0,0-1 0,-1 1 0,1 0 0,0 0 0,-1 0 0,-17-23 0,2-17 0,-5-6 0,20 44 0,-1 0 0,0 0 0,0 0 0,0 0 0,0 0 0,0 0 0,0 1 0,0-1 0,-1 1 0,1-1 0,-1 1 0,1 0 0,-1 0 0,1 0 0,-1 0 0,-5 0 0,-7-1 0,-1 0 0,0 2 0,1 0 0,-1 1 0,0 0 0,1 2 0,-22 5 0,-106 38 0,118-37 0,-310 118 0,-405 131 0,584-220 0,-164 20 0,304-55 0,12-2 0,0 0 0,0 0 0,0 0 0,0-1 0,0 1 0,0-1 0,-1 0 0,1 0 0,0-1 0,0 1 0,0-1 0,0 0 0,0 0 0,-6-2 0,10 2 0,-1 0 0,1 0 0,0 1 0,0-1 0,0 0 0,0 0 0,0 1 0,0-1 0,0 0 0,1 0 0,-1 1 0,0-1 0,0 0 0,1 1 0,-1-1 0,0 0 0,1 1 0,-1-1 0,0 0 0,1 1 0,-1-1 0,1 1 0,-1-1 0,1 0 0,-1 1 0,1 0 0,0-1 0,-1 1 0,1-1 0,0 1 0,-1 0 0,2-1 0,27-18 0,-27 18 0,86-42 0,3 3 0,173-50 0,-159 57 0,275-89 0,-357 111 0,-22 11 0,-1 0 0,0-1 0,0 1 0,0 0 0,0 0 0,0 0 0,0 0 0,1 0 0,-1 0 0,0 0 0,0 0 0,0-1 0,0 1 0,0 0 0,0 0 0,0 0 0,0 0 0,0 0 0,0 0 0,0-1 0,0 1 0,0 0 0,0 0 0,0 0 0,0 0 0,0-1 0,0 1 0,0 0 0,0 0 0,0 0 0,0 0 0,0 0 0,0-1 0,0 1 0,0 0 0,0 0 0,0 0 0,0 0 0,0 0 0,0 0 0,0-1 0,0 1 0,-1 0 0,1 0 0,0 0 0,0 0 0,0 0 0,0 0 0,0 0 0,0 0 0,-1 0 0,1-1 0,0 1 0,0 0 0,0 0 0,0 0 0,0 0 0,-1 0 0,-41-3 0,-260 25 0,195-9 0,-1-6 0,-109-6 0,213-1 0,0-1 0,0 1 0,0-1 0,0 0 0,0 0 0,0 0 0,1-1 0,-1 1 0,0-1 0,1 0 0,-1 0 0,1 0 0,-1 0 0,1-1 0,0 1 0,-4-6 0,6 7 0,0 0 0,0 0 0,0-1 0,1 1 0,-1 0 0,1-1 0,-1 1 0,1-1 0,-1 1 0,1-1 0,0 1 0,0 0 0,-1-1 0,1 1 0,0-1 0,1 1 0,-1-1 0,0-2 0,1 1 0,0 1 0,1-1 0,-1 0 0,1 0 0,-1 1 0,1-1 0,0 1 0,-1 0 0,1-1 0,1 1 0,-1 0 0,4-3 0,2-1 0,0 0 0,1 1 0,0 0 0,0 0 0,1 1 0,-1 0 0,18-5 0,76-10 0,-91 17 0,244-23 0,286 9 0,-338 14 0,71-3 0,-310 10 0,0 2 0,-34 10 0,-74 15 0,124-29 0,-145 17 0,142-19 0,0 0 0,0-2 0,0 0 0,0-1 0,-28-7 0,36 0 0,23 2 0,31-5 0,-35 11 0,36-7 0,-23 5 0,0-1 0,0 0 0,0-1 0,-1-1 0,31-15 0,-48 21 0,1 0 0,-1-1 0,1 1 0,-1 0 0,1 0 0,-1 0 0,0 0 0,1-1 0,-1 1 0,1 0 0,-1-1 0,1 1 0,-1 0 0,0-1 0,1 1 0,-1 0 0,0-1 0,1 1 0,-1-1 0,0 1 0,0-1 0,1 1 0,-1 0 0,0-1 0,0 1 0,0-1 0,0 1 0,0-1 0,1 1 0,-1-1 0,0 1 0,0-1 0,0 1 0,0-1 0,-1 0 0,1 1 0,0-1 0,0 1 0,0-1 0,-22-9 0,-33 2 0,-217-1 0,-71-5 0,302 11 0,25 2 0,-1 0 0,1-1 0,-1-1 0,-29-8 0,46 11 0,0 0 0,0 0 0,0 0 0,0 0 0,-1 0 0,1 0 0,0 0 0,0 0 0,0 0 0,0 0 0,0 0 0,0 0 0,0-1 0,-1 1 0,1 0 0,0 0 0,0 0 0,0 0 0,0 0 0,0 0 0,0 0 0,0 0 0,0 0 0,0 0 0,-1-1 0,1 1 0,0 0 0,0 0 0,0 0 0,0 0 0,0 0 0,0 0 0,0-1 0,0 1 0,0 0 0,0 0 0,0 0 0,0 0 0,0 0 0,0 0 0,0-1 0,0 1 0,0 0 0,0 0 0,0 0 0,0 0 0,0 0 0,0 0 0,0 0 0,1-1 0,-1 1 0,0 0 0,0 0 0,0 0 0,0 0 0,0 0 0,0 0 0,11-6 0,15-3 0,-4 3 0,-6 1 0,1 1 0,0 0 0,0 1 0,0 1 0,27-1 0,-43 3 0,0 0 0,0 0 0,-1 0 0,1 0 0,0 0 0,0 0 0,0 0 0,-1 1 0,1-1 0,0 0 0,0 0 0,0 1 0,-1-1 0,1 1 0,0-1 0,-1 0 0,1 1 0,0-1 0,-1 1 0,1 0 0,-1-1 0,1 1 0,-1-1 0,1 1 0,-1 0 0,1-1 0,-1 1 0,1 1 0,-1 0 0,0-1 0,0 1 0,0-1 0,0 1 0,0 0 0,-1-1 0,1 1 0,-1-1 0,1 0 0,-1 1 0,1-1 0,-1 1 0,0-1 0,-1 2 0,-3 5 0,-1-1 0,-1 1 0,1-1 0,-9 7 0,-22 13 0,-2-1 0,0-1 0,-82 35 0,54-27 0,46-19 0,21-14 0,0 0 0,0 0 0,0 1 0,-1-1 0,1 0 0,0 0 0,0 0 0,0 1 0,0-1 0,0 0 0,0 0 0,0 1 0,0-1 0,0 0 0,0 0 0,0 0 0,0 1 0,0-1 0,0 0 0,0 0 0,0 1 0,0-1 0,0 0 0,0 0 0,0 1 0,0-1 0,0 0 0,0 0 0,0 0 0,1 1 0,-1-1 0,0 0 0,0 0 0,0 0 0,0 0 0,0 1 0,1-1 0,-1 0 0,0 0 0,0 0 0,0 0 0,1 0 0,-1 1 0,5 0 0,1 1 0,-1-1 0,0 0 0,0 0 0,1-1 0,7 0 0,98 4 0,446 23 0,-5 47 0,-536-70 0,-6-3 0,-1 1 0,0 0 0,1 0 0,-1 1 0,0 1 0,-1-1 0,13 8 0,-20-11 0,-1 1 0,1-1 0,0 1 0,-1-1 0,1 1 0,-1-1 0,1 1 0,-1 0 0,1-1 0,-1 1 0,1 0 0,-1-1 0,0 1 0,1 0 0,-1 0 0,0-1 0,1 1 0,-1 0 0,0 0 0,0 0 0,0-1 0,0 1 0,0 0 0,0 0 0,0 0 0,0-1 0,0 1 0,0 0 0,-1 0 0,1 0 0,0-1 0,0 1 0,-1 0 0,1 0 0,0-1 0,-1 1 0,1 0 0,-1-1 0,1 1 0,-1 0 0,1-1 0,-1 1 0,0-1 0,1 1 0,-1-1 0,0 1 0,1-1 0,-1 1 0,0-1 0,-1 1 0,-41 21 0,-16-1 0,-1-2 0,-91 15 0,71-18 0,-532 105 0,53-12 0,549-106 0,19-2 0,31-2 0,982-35 0,-996 36 0,9-1 0,0 2 0,52 7 0,-86-8 0,0 0 0,0 0 0,0 0 0,0 0 0,0 0 0,0 1 0,0-1 0,0 0 0,0 0 0,0 1 0,0-1 0,-1 1 0,1-1 0,0 1 0,0-1 0,0 1 0,0 0 0,-1-1 0,1 1 0,0 0 0,0-1 0,-1 1 0,1 1 0,-1-1 0,-1 0 0,0 0 0,0 0 0,0 0 0,0 0 0,1 0 0,-1 0 0,-1 0 0,1-1 0,0 1 0,0 0 0,0-1 0,0 1 0,0-1 0,-1 1 0,1-1 0,0 1 0,-3-1 0,-45 14 0,-1-3 0,0-2 0,-98 5 0,72-8 0,-367 25 0,-248 27 0,601-42 0,75-9 0,19-1 0,12-2 0,0 0 0,1-2 0,-1 1 0,1-2 0,0 0 0,23-2 0,13 1 0,348 5 0,362 16 0,-733-19 0,-15-1 0,0 0 0,0 0 0,0 1 0,-1 1 0,21 7 0,-35-10 0,0 0 0,0 0 0,-1 0 0,1 0 0,0 0 0,0 0 0,0 0 0,-1 1 0,1-1 0,0 0 0,0 0 0,0 0 0,0 0 0,-1 1 0,1-1 0,0 0 0,0 0 0,0 0 0,0 1 0,0-1 0,0 0 0,-1 0 0,1 1 0,0-1 0,0 0 0,0 0 0,0 1 0,0-1 0,0 0 0,0 0 0,0 1 0,0-1 0,0 0 0,0 0 0,0 1 0,0-1 0,1 0 0,-1 0 0,0 0 0,0 1 0,0-1 0,0 0 0,0 0 0,0 1 0,1-1 0,-1 0 0,0 0 0,0 0 0,0 0 0,0 1 0,1-1 0,-1 0 0,0 0 0,0 0 0,0 0 0,1 0 0,-1 0 0,0 0 0,0 1 0,1-1 0,-1 0 0,0 0 0,0 0 0,1 0 0,-1 0 0,0 0 0,0 0 0,1 0 0,-1 0 0,-11 4 0,-1 0 0,1-1 0,-1 0 0,0-1 0,-22 1 0,2 1 0,-303 45 0,-316 41 0,621-85 0,62-2 0,-15-2 0,254 20 0,-268-20 0,1610 154-1218,-1510-141 1218,-69-5 0,-34-8 0,0-1 0,0 0 0,0 0 0,0 1 0,0-1 0,0 0 0,0 1 0,0-1 0,0 0 0,0 0 0,0 1 0,0-1 0,-1 0 0,1 0 0,0 1 0,0-1 0,0 0 0,0 0 0,0 1 0,-1-1 0,1 0 0,0 0 0,0 0 0,0 1 0,-1-1 0,1 0 0,0 0 0,0 0 0,0 0 0,-1 0 0,1 1 0,0-1 0,0 0 0,-1 0 0,1 0 0,0 0 0,-1 0 0,1 0 0,0 0 0,0 0 0,-1 0 0,1 0 0,0 0 0,0 0 0,-1 0 0,1 0 0,0 0 0,0 0 0,-1-1 0,-64 10 0,-785 48 450,-352 34 318,1097-78-768,79-6 0,25-7 0,1 0 0,0 0 0,0 0 0,0 0 0,0 0 0,0 1 0,0-1 0,0 0 0,0 0 0,0 0 0,0 0 0,0 0 0,0 1 0,0-1 0,0 0 0,0 0 0,0 0 0,0 0 0,0 0 0,0 1 0,0-1 0,0 0 0,0 0 0,0 0 0,0 0 0,0 0 0,0 0 0,0 1 0,0-1 0,0 0 0,0 0 0,0 0 0,1 0 0,-1 0 0,0 0 0,0 1 0,0-1 0,0 0 0,0 0 0,0 0 0,0 0 0,1 0 0,-1 0 0,0 0 0,0 0 0,0 0 0,0 0 0,0 0 0,1 0 0,-1 0 0,0 0 0,0 0 0,0 0 0,0 0 0,0 0 0,1 0 0,-1 0 0,0 0 0,0 0 0,0 0 0,0 0 0,0 0 0,0 0 0,1 0 0,-1 0 0,0 0 0,53 5 0,606 12-338,-287-12-681,34 4 756,926 30 254,-1222-33 9,-91-3 0,-24 0 0,-34 0 0,37-2 0,-367 33 815,-668 151-1,982-169-814,41-9 0,16-2 0,26 0 0,299 10 0,-197-13 0,-27 0 0,-37-3 0,0 3 0,98 17 0,-163-19 0,0 0 0,0 0 0,-1 0 0,1 0 0,0 0 0,0 0 0,-1 0 0,1 0 0,0 0 0,0 1 0,-1-1 0,1 0 0,0 0 0,-1 1 0,1-1 0,0 1 0,-1-1 0,1 1 0,-1-1 0,1 1 0,-1-1 0,1 1 0,-1-1 0,1 1 0,-1-1 0,1 1 0,-1 1 0,-15 8 0,-35 3 0,50-13 0,-158 23-8,96-16-1349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44.687"/>
    </inkml:context>
    <inkml:brush xml:id="br0">
      <inkml:brushProperty name="width" value="0.2" units="cm"/>
      <inkml:brushProperty name="height" value="0.2" units="cm"/>
      <inkml:brushProperty name="color" value="#0FB5B1"/>
    </inkml:brush>
  </inkml:definitions>
  <inkml:trace contextRef="#ctx0" brushRef="#br0">901 0 24575,'55'2'0,"-1"2"0,0 3 0,0 1 0,-1 4 0,88 29 0,-119-33 0,-1 0 0,0 2 0,0 0 0,-1 2 0,21 14 0,-36-21 0,1-1 0,-1 1 0,0 0 0,0 0 0,-1 1 0,1-1 0,-1 1 0,-1 0 0,5 8 0,-6-10 0,-1 0 0,0 0 0,0 0 0,0 1 0,0-1 0,-1 0 0,1 0 0,-1 1 0,0-1 0,0 0 0,-1 1 0,1-1 0,-1 0 0,0 0 0,0 0 0,-3 6 0,-1 2 0,-2-1 0,1-1 0,-1 1 0,-1-1 0,0 0 0,0-1 0,-1 0 0,0 0 0,-1-1 0,0 0 0,0-1 0,-1 0 0,1-1 0,-14 7 0,-21 7 0,0-1 0,-58 16 0,-251 42 0,142-36 0,198-38 0,9-3 0,1 0 0,-1 1 0,0 0 0,1 0 0,-1 0 0,1 1 0,-1-1 0,1 1 0,0 0 0,-1 1 0,1-1 0,-6 5 0,10-6 0,1 0 0,-1-1 0,1 1 0,-1 0 0,0-1 0,1 1 0,0-1 0,-1 1 0,1-1 0,-1 1 0,1-1 0,0 1 0,-1-1 0,1 0 0,0 1 0,-1-1 0,1 0 0,0 0 0,-1 0 0,1 1 0,0-1 0,0 0 0,-1 0 0,1 0 0,0 0 0,0 0 0,-1 0 0,2-1 0,64 9 0,0-4 0,69-4 0,-40-1 0,75 2 0,412 8 0,-494-3 0,-67-2 0,-24 0 0,-37 4 0,36-8 0,-588 74 0,8-1 0,577-72 0,-448 76 0,399-62 0,49-10 0,12-2 0,14 1 0,-1 0 0,1-2 0,0 0 0,31-2 0,13 0 0,38 4-9,769 33-553,-2 41 77,-815-72 485,-27-4 0,0 1 0,0 1 0,-1 2 0,39 13 0,-64-19 0,0 0 0,-1 0 0,1 0 0,-1 0 0,1 0 0,0 0 0,-1 0 0,1 1 0,-1-1 0,1 0 0,0 0 0,-1 1 0,1-1 0,0 0 0,-1 0 0,1 1 0,0-1 0,0 0 0,-1 1 0,1-1 0,0 0 0,0 1 0,0-1 0,-1 0 0,1 1 0,0-1 0,0 1 0,0-1 0,0 0 0,0 1 0,0-1 0,0 1 0,0-1 0,0 1 0,0-1 0,0 0 0,0 1 0,0-1 0,0 1 0,0-1 0,0 0 0,0 1 0,0-1 0,1 1 0,-1-1 0,0 0 0,0 1 0,0-1 0,1 0 0,-1 1 0,0-1 0,1 0 0,-1 1 0,0-1 0,1 0 0,-1 0 0,0 1 0,1-1 0,-1 0 0,0 0 0,1 0 0,-1 0 0,1 1 0,-1-1 0,0 0 0,1 0 0,-1 0 0,1 0 0,-22 8 0,-1 0 0,0-2 0,0 0 0,-1-2 0,1 0 0,-26 0 0,-15 3 0,-287 39-46,-431 63-227,13 54 92,733-154 181,25-7 0,0 0 0,0 1 0,0 0 0,0 1 0,1 0 0,0 0 0,-1 1 0,-8 6 0,18-11 0,-1 0 0,1 0 0,0 1 0,0-1 0,0 0 0,-1 0 0,1 0 0,0 1 0,0-1 0,0 0 0,0 0 0,0 1 0,-1-1 0,1 0 0,0 0 0,0 1 0,0-1 0,0 0 0,0 1 0,0-1 0,0 0 0,0 0 0,0 1 0,0-1 0,0 0 0,0 1 0,0-1 0,0 0 0,0 0 0,0 1 0,1-1 0,-1 0 0,0 0 0,0 1 0,0-1 0,0 0 0,1 0 0,-1 1 0,0-1 0,0 0 0,0 0 0,1 0 0,-1 0 0,0 1 0,0-1 0,0 0 0,1 0 0,-1 0 0,0 0 0,1 0 0,-1 0 0,0 0 0,0 1 0,1-1 0,-1 0 0,0 0 0,0 0 0,1 0 0,-1 0 0,0 0 0,1-1 0,12 5 145,0-2 1,0 0-1,0-1 1,0 0-1,18-1 0,1 0 163,-28 0-302,1346 61 364,-1304-57-370,-21-2 0,0 0 0,-1 1 0,1 2 0,28 8 0,-43-6 0,-15 0 0,-8-1 0,-1-1 0,1 0 0,-1-1 0,0-1 0,-1 0 0,-17 1 0,-16 4 0,-1218 270 0,1183-251 0,81-27 0,1 1 0,-1-1 0,0 1 0,1-1 0,-1 1 0,1 0 0,-1 0 0,1-1 0,-1 1 0,1 0 0,-1 0 0,1 0 0,0 1 0,0-1 0,-1 0 0,1 0 0,-1 2 0,3-2 0,0 0 0,0 0 0,0 0 0,0 0 0,1 0 0,-1-1 0,0 1 0,0 0 0,0-1 0,1 1 0,-1-1 0,0 0 0,1 1 0,-1-1 0,0 0 0,1 0 0,-1 0 0,0 1 0,1-2 0,1 1 0,267 17 0,-105-10 0,1461 143-1187,-1514-135 1187,-111-14 0,38 6 0,-34-3 0,-25-1 0,-527 19 1187,331-5-1187,-391 82 0,548-82 0,59-17 0,-1 0 0,1 0 0,-1 0 0,1 0 0,-1 0 0,1 1 0,-1-1 0,0 0 0,1 0 0,-1 0 0,1 1 0,0-1 0,-1 0 0,1 1 0,-1-1 0,1 0 0,-1 1 0,1-1 0,0 0 0,-1 1 0,1-1 0,0 1 0,-1-1 0,1 1 0,0-1 0,-1 1 0,1-1 0,0 1 0,0 0 0,14 6 0,38-1 0,-48-6 0,769 90 0,-751-87 0,-17-3 0,0 1 0,0-1 0,-1 1 0,1 0 0,0 0 0,-1 1 0,1-1 0,-1 1 0,1 0 0,-1 0 0,7 5 0,-11-7 0,0 1 0,-1-1 0,1 1 0,0-1 0,0 1 0,0-1 0,-1 1 0,1-1 0,0 0 0,0 1 0,-1-1 0,1 1 0,0-1 0,-1 0 0,1 1 0,0-1 0,-1 0 0,1 1 0,-1-1 0,1 0 0,0 0 0,-1 1 0,1-1 0,-1 0 0,1 0 0,-1 0 0,1 0 0,-1 0 0,1 0 0,-1 0 0,1 0 0,-2 0 0,-20 7 0,-751 155 0,732-153 0,-138 36 0,262-41 0,-72-4 0,7-1 0,0 1 0,-1 0 0,1 1 0,0 2 0,0 0 0,-1 0 0,20 8 0,-36-11 0,0 1 0,0-1 0,-1 1 0,1-1 0,0 1 0,0-1 0,-1 1 0,1-1 0,-1 1 0,1 0 0,0-1 0,-1 1 0,1 0 0,-1 0 0,0-1 0,1 1 0,-1 0 0,0 0 0,1 0 0,-1 0 0,0 0 0,0-1 0,0 1 0,1 0 0,-1 0 0,0 0 0,0 0 0,-1 0 0,1 0 0,0-1 0,0 1 0,0 0 0,0 0 0,-1 0 0,1 0 0,0 0 0,-1-1 0,1 1 0,-1 0 0,1 0 0,-1-1 0,1 1 0,-1 0 0,0-1 0,1 1 0,-1-1 0,0 1 0,1-1 0,-3 2 0,-35 27 0,26-24 0,-1 0 0,1-1 0,0 0 0,-1-1 0,0-1 0,-16 2 0,14-2 0,0 0 0,1 1 0,-1 1 0,-16 6 0,29-9 0,-1 0 0,1 0 0,-1 0 0,1 1 0,-1-1 0,1 1 0,0-1 0,0 1 0,0 0 0,0 0 0,0 0 0,0 0 0,1 0 0,-1 1 0,1-1 0,-1 0 0,1 1 0,0-1 0,0 1 0,0-1 0,0 1 0,0 0 0,1-1 0,-1 1 0,1 0 0,0 0 0,0-1 0,0 1 0,0 0 0,0 0 0,1 3 0,0-2 0,0 0 0,1 0 0,-1 0 0,1 0 0,0 0 0,0 0 0,0 0 0,1-1 0,-1 1 0,1-1 0,0 0 0,0 0 0,0 0 0,0 0 0,0 0 0,1-1 0,-1 1 0,1-1 0,7 3 0,10 1 0,0-1 0,0-1 0,1-1 0,0 0 0,35-2 0,22-2-1365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48.016"/>
    </inkml:context>
    <inkml:brush xml:id="br0">
      <inkml:brushProperty name="width" value="0.2" units="cm"/>
      <inkml:brushProperty name="height" value="0.2" units="cm"/>
      <inkml:brushProperty name="color" value="#0FB5B1"/>
    </inkml:brush>
  </inkml:definitions>
  <inkml:trace contextRef="#ctx0" brushRef="#br0">911 2245 24575,'218'2'0,"402"-12"0,-601 9 0,-1-2 0,0 0 0,0-2 0,0 0 0,0 0 0,-1-2 0,0 0 0,0-1 0,25-16 0,-41 23 0,0 0 0,0 1 0,-1-1 0,1 0 0,0 1 0,-1-1 0,1 0 0,0 0 0,-1 1 0,1-1 0,-1 0 0,1 0 0,-1 0 0,0 0 0,1 0 0,-1 0 0,0 0 0,1 0 0,-1 0 0,0 0 0,0 0 0,0 0 0,0 0 0,0 0 0,0 0 0,0 0 0,-1 1 0,1-1 0,0 0 0,0 0 0,-1 0 0,1 0 0,-1 0 0,1 0 0,0 0 0,-1 0 0,0 1 0,1-1 0,-1 0 0,0 0 0,1 1 0,-1-1 0,0 0 0,0 1 0,1-1 0,-1 1 0,-2-2 0,-3-2 0,0 0 0,-1 0 0,1 0 0,-1 1 0,-10-4 0,-38-9 0,0 3 0,-1 2 0,-65-4 0,71 9 0,-934-50 0,949 57 0,63-4 0,243-26 0,254-20 0,338 25 0,-830 24 0,-42 0 0,-52 1 0,-246 7 0,-135 0 0,315-12 0,-182-28 0,286 28 0,6 3 0,1-2 0,-1 0 0,1-1 0,0 0 0,1-2 0,-1 0 0,-25-13 0,41 19 0,0 0 0,-1 0 0,1-1 0,-1 1 0,1 0 0,-1 0 0,1 0 0,0-1 0,-1 1 0,1 0 0,-1 0 0,1-1 0,0 1 0,-1 0 0,1-1 0,0 1 0,0 0 0,-1-1 0,1 1 0,0-1 0,0 1 0,-1 0 0,1-1 0,0 1 0,0-1 0,0 1 0,0-1 0,0 1 0,0-1 0,0 1 0,0-1 0,0 1 0,0 0 0,0-1 0,0 1 0,0-1 0,0 1 0,0-1 0,0 1 0,0-1 0,1 1 0,-1 0 0,0-1 0,0 1 0,1-1 0,-1 1 0,0 0 0,0-1 0,1 1 0,-1 0 0,0-1 0,1 1 0,-1 0 0,1-1 0,-1 1 0,0 0 0,1 0 0,-1 0 0,1-1 0,-1 1 0,1 0 0,-1 0 0,0 0 0,1 0 0,-1 0 0,1 0 0,0 0 0,35-8 0,53 2 0,94 4 0,-101 4 0,120-14 0,-193 10 0,-9 0 0,-18-3 0,-34-2 0,-477-25 0,473 23 0,42 1 0,16 0 0,23-6 0,49-13 0,1 3 0,126-22 0,27-7 0,-207 45 0,-21 8 0,0-1 0,0 1 0,0 0 0,0 0 0,1 0 0,-1 0 0,0 0 0,0 0 0,0 0 0,0 0 0,0 0 0,1 0 0,-1-1 0,0 1 0,0 0 0,0 0 0,0 0 0,0 0 0,0 0 0,0 0 0,0-1 0,0 1 0,1 0 0,-1 0 0,0 0 0,0 0 0,0-1 0,0 1 0,0 0 0,0 0 0,0 0 0,0 0 0,0-1 0,0 1 0,0 0 0,0 0 0,0 0 0,-1 0 0,1 0 0,0-1 0,0 1 0,0 0 0,0 0 0,0 0 0,0 0 0,0 0 0,0-1 0,-1 1 0,-35-9 0,-1225-195 0,1179 184 0,68 13 0,20 2 0,22 0 0,0 2 0,1 1 0,50 2 0,-15 1 0,246-1 0,753-20 0,-1031 17 0,-28 2 0,-6 0 0,-48-2 0,-830 3 0,810-2 0,179-13 0,412-44 0,-512 56 0,-19 1 0,-33 0 0,30 1 0,-364-28 0,292 17 0,0-4 0,-116-36 0,195 50 0,-3 0 0,0-1 0,0-1 0,0 1 0,0-1 0,0-1 0,-15-10 0,24 15 0,-1 0 0,1-1 0,0 1 0,-1 0 0,1 0 0,0-1 0,-1 1 0,1 0 0,0-1 0,-1 1 0,1 0 0,0-1 0,0 1 0,-1 0 0,1-1 0,0 1 0,0-1 0,0 1 0,-1 0 0,1-1 0,0 1 0,0-1 0,0 1 0,0-1 0,0 1 0,0 0 0,0-1 0,0 1 0,0-1 0,0 1 0,0-1 0,0 1 0,1 0 0,-1-1 0,0 1 0,0-1 0,0 1 0,0 0 0,1-1 0,-1 1 0,0-1 0,0 1 0,1-1 0,22-9 0,39-2 0,0 3 0,0 3 0,108 1 0,-70 4 0,321-3 0,213-9 0,-608 10 0,-34 0 0,-43-1 0,-196-9 0,-441-34 0,680 46 0,-15-1 0,0-1 0,0-1 0,-36-10 0,58 13 0,0 1 0,0-1 0,-1 1 0,1 0 0,0-1 0,0 0 0,0 1 0,0-1 0,0 0 0,0 0 0,0 1 0,0-1 0,0 0 0,0 0 0,0 0 0,1 0 0,-2-2 0,2 3 0,0-1 0,0 1 0,0-1 0,0 0 0,0 1 0,0-1 0,0 0 0,0 1 0,0-1 0,0 1 0,1-1 0,-1 0 0,0 1 0,0-1 0,1 1 0,-1-1 0,0 1 0,1-1 0,-1 1 0,0-1 0,1 1 0,-1-1 0,1 1 0,0-1 0,40-21 0,57-13 0,120-24 0,72-25 0,-262 69 0,-28 15 0,0 0 0,1 0 0,-1 0 0,0-1 0,0 1 0,0 0 0,0 0 0,0 0 0,1-1 0,-1 1 0,0 0 0,0 0 0,0-1 0,0 1 0,0 0 0,0-1 0,0 1 0,0 0 0,0 0 0,0-1 0,0 1 0,0 0 0,0 0 0,0-1 0,0 1 0,0 0 0,0 0 0,0-1 0,0 1 0,-1 0 0,1 0 0,0-1 0,0 1 0,0 0 0,0 0 0,0-1 0,-1 1 0,1 0 0,0 0 0,0 0 0,0 0 0,-1-1 0,1 1 0,0 0 0,0 0 0,-1 0 0,-6-3 0,1 1 0,-1 0 0,0 0 0,0 1 0,-14-1 0,-639-52 0,476 35 0,-266-64 0,442 81 0,-5-1 0,1-1 0,-1 1 0,0-2 0,1 0 0,0-1 0,-16-9 0,27 14 0,1 1 0,-1 0 0,0-1 0,1 1 0,-1 0 0,1-1 0,-1 1 0,1-1 0,0 1 0,-1-1 0,1 1 0,-1-1 0,1 1 0,0-1 0,0 0 0,-1 1 0,1-1 0,0 1 0,0-1 0,0 0 0,-1 1 0,1-1 0,0 0 0,0 1 0,0-1 0,0 0 0,0 1 0,0-1 0,1 0 0,14-13 0,35-3 0,-47 16 0,510-97 0,-162 37 0,-330 57 0,-8 3 0,-1-2 0,1 0 0,-1 0 0,1-1 0,-1 0 0,0-1 0,0-1 0,13-8 0,-25 14 0,1 0 0,-1 0 0,1-1 0,-1 1 0,1 0 0,-1 0 0,1-1 0,-1 1 0,1 0 0,-1-1 0,1 1 0,-1-1 0,1 1 0,-1-1 0,1 1 0,-1-1 0,0 1 0,1-1 0,-1 1 0,0-1 0,0 1 0,1-1 0,-1 1 0,0-1 0,0 1 0,0-1 0,0 0 0,0 1 0,0-1 0,0 1 0,0-1 0,0 0 0,0 1 0,0-1 0,0 0 0,0 1 0,0-1 0,0 1 0,-1-1 0,1 1 0,0-1 0,0 1 0,-1-1 0,1 1 0,0-1 0,-1 1 0,1-1 0,-1 1 0,1-1 0,-1 1 0,1-1 0,-1 1 0,1 0 0,-1-1 0,1 1 0,-1 0 0,1 0 0,-1-1 0,1 1 0,-1 0 0,0 0 0,1 0 0,-1 0 0,0 0 0,-43-10 0,43 10 0,-29-2 0,-1 0 0,1 3 0,-1 0 0,-56 11 0,21 2 0,-70 25 0,118-31 0,17-2 0,34-2 0,345-37 0,-251 18 0,-94 11 0,544-75 0,-552 75 0,-20 4 0,0-1 0,0 0 0,1 0 0,-1 0 0,0-1 0,0 1 0,0-1 0,0-1 0,5-3 0,-10 6-21,1 0 0,-1 0-1,0 0 1,0 0 0,0 0-22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2:55.342"/>
    </inkml:context>
    <inkml:brush xml:id="br0">
      <inkml:brushProperty name="width" value="0.05" units="cm"/>
      <inkml:brushProperty name="height" value="0.05" units="cm"/>
      <inkml:brushProperty name="color" value="#0FB5B1"/>
    </inkml:brush>
  </inkml:definitions>
  <inkml:trace contextRef="#ctx0" brushRef="#br0">1 0 24575,'1'0'0,"1"0"0,2 0 0,2 0 0,0 0 0,0 0 0,1 0 0,-1 2 0,-1-1 0,1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3:03.875"/>
    </inkml:context>
    <inkml:brush xml:id="br0">
      <inkml:brushProperty name="width" value="0.05" units="cm"/>
      <inkml:brushProperty name="height" value="0.05" units="cm"/>
      <inkml:brushProperty name="color" value="#0FB5B1"/>
    </inkml:brush>
  </inkml:definitions>
  <inkml:trace contextRef="#ctx0" brushRef="#br0">0 0 24347,'1390'0'0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3:08.957"/>
    </inkml:context>
    <inkml:brush xml:id="br0">
      <inkml:brushProperty name="width" value="0.05" units="cm"/>
      <inkml:brushProperty name="height" value="0.05" units="cm"/>
      <inkml:brushProperty name="color" value="#0FB5B1"/>
    </inkml:brush>
  </inkml:definitions>
  <inkml:trace contextRef="#ctx0" brushRef="#br0">0 0 24233,'933'0'0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4:15.350"/>
    </inkml:context>
    <inkml:brush xml:id="br0">
      <inkml:brushProperty name="width" value="0.05" units="cm"/>
      <inkml:brushProperty name="height" value="0.05" units="cm"/>
      <inkml:brushProperty name="color" value="#B9F9F7"/>
    </inkml:brush>
  </inkml:definitions>
  <inkml:trace contextRef="#ctx0" brushRef="#br0">0 26 24233,'1105'-26'0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4:07.396"/>
    </inkml:context>
    <inkml:brush xml:id="br0">
      <inkml:brushProperty name="width" value="0.05" units="cm"/>
      <inkml:brushProperty name="height" value="0.05" units="cm"/>
      <inkml:brushProperty name="color" value="#B9F9F7"/>
    </inkml:brush>
  </inkml:definitions>
  <inkml:trace contextRef="#ctx0" brushRef="#br0">0 7 24575,'671'-6'-1365,"-662"6"-5461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4:09.268"/>
    </inkml:context>
    <inkml:brush xml:id="br0">
      <inkml:brushProperty name="width" value="0.05" units="cm"/>
      <inkml:brushProperty name="height" value="0.05" units="cm"/>
      <inkml:brushProperty name="color" value="#B9F9F7"/>
    </inkml:brush>
  </inkml:definitions>
  <inkml:trace contextRef="#ctx0" brushRef="#br0">1 7 24575,'213'2'0,"221"-4"0,74-5-330,-402 7-705,-95 0-5791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4:12.029"/>
    </inkml:context>
    <inkml:brush xml:id="br0">
      <inkml:brushProperty name="width" value="0.05" units="cm"/>
      <inkml:brushProperty name="height" value="0.05" units="cm"/>
      <inkml:brushProperty name="color" value="#B9F9F7"/>
    </inkml:brush>
  </inkml:definitions>
  <inkml:trace contextRef="#ctx0" brushRef="#br0">377 14 24575,'3'-1'0,"-1"0"0,1 0 0,0 1 0,1-1 0,-1 0 0,0 1 0,0 0 0,0 0 0,5 0 0,-3 0 0,22-1 0,591-7 0,-603 11 0,-31-1 0,-35 1 0,-959-3 0,1370-2 0,540 8 0,-869-5 0,-241 2 0,44 1 0,36-4 0,-26-1 0,-171 21 0,310-15 0,42-2 0,770 4 0,-481-7 0,-1291 25 0,1088-15 0,550-5 0,-606-5 0,-467 24 0,79-2 0,241-19 0,38-3 0,1 3 0,-57 10 0,186-3 0,560-5 0,-454-6 0,-352 9 0,-249 44 0,235-24 0,133-21 0,50-6 0,8 1 0,25 0 0,52 0 0,103-2 0,418-9 0,-1112 35 0,890-25 0,-511 14 0,-105-4-1365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4T20:54:17.827"/>
    </inkml:context>
    <inkml:brush xml:id="br0">
      <inkml:brushProperty name="width" value="0.05" units="cm"/>
      <inkml:brushProperty name="height" value="0.05" units="cm"/>
      <inkml:brushProperty name="color" value="#B9F9F7"/>
    </inkml:brush>
  </inkml:definitions>
  <inkml:trace contextRef="#ctx0" brushRef="#br0">220 285 24575,'291'14'0,"-274"-14"0,0 0 0,-1 0 0,1-2 0,0 0 0,-1-1 0,0-1 0,20-6 0,4-2 0,2 2 0,0 2 0,0 1 0,60-1 0,-22 1 0,-71 7 0,28-5 0,-33 3 0,-22 0 0,-861-55 0,833 53 0,38 2 0,30 0 0,285 0 0,160-6 0,-462 8 0,-8-1 0,-16-1 0,-36-2 0,-173-4 0,-140-10 0,355 17 0,-36-7 0,95 1 0,260-7 0,-296 12 0,-12 0 0,-27-2 0,-45-2 0,-73-3 0,454 6 0,-283 3 0,-597-43 0,536 37 0,31 4 0,23 0 0,86 3 0,178 25 0,-255-20 0,-18-3 0,-19 0 0,-222 0 0,149-5 0,172 2-1365,-73 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D5C0-7FB8-E0F4-BAFE-65C498AFF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20997-5C6C-1B81-3FA1-2F8C5B2BE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8579F-14A5-AC18-EB71-160C547C9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A932-B095-1E2D-6EBE-C86AAE67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96C3-4F3E-9600-B981-275B44248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518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04887-7C9F-FDF6-09D5-3C0330729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89DA-743A-620C-92F5-45FA51403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56CB5-FCCC-FC5D-22A0-BF0C18CD4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5C876-1A2B-1A9B-E4D3-86462040A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93593-89D4-FD74-6583-C0923118F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8084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FA6-C0CD-DBA6-9C6B-4981668DD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44A28F-FCB9-4F36-FFFB-5A8788993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92B86-1A3C-4CC8-665F-965890D1A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3E110-21D7-259F-6CAC-F9C5677B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C73EE-DE27-7399-F1E9-9B72476E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6908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84A3-6FF3-0BBC-7F1F-027FB5BFC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EDCD5-3F22-45E0-B320-720809FC4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C569E-8B54-52D7-50B8-F8E0BC545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913D8-1FDD-46B1-DEEE-70C7EA098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7C476-C092-2098-94B3-72E8968E2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AEC41-B877-36B9-5C20-2EB219C8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15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603BC-BA60-A60C-0AA1-E846B923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8A6A2-0EE9-F822-C87C-42963941D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7DAA5-3D07-F961-7BCC-0AF1FD657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3CCF73-C895-0502-D839-363D2B775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CB4B7E-096F-972C-9FB9-A8A8E01DD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B8871-55EE-5712-269F-CD92F09C3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3AD7A5-91FC-8834-DA89-77EB4A25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47541-98E1-2375-E1E0-0798365E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585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61E-C70E-DA7F-79BC-99DFB835F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1F5E3E-D42B-42E2-CC73-AD3735B24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2667E1-5BF9-ACE7-8264-EDB16DAC2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D94F72-4AAD-C4AE-6D21-D547C6886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67627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FFD0F8-3A7F-8F22-5714-CE6AEE07D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F0CB62-830B-E310-5206-231D62B4F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601E7-3CBD-46DB-9C36-C4737E6C9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7897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2DE95-38C7-8A74-99F5-CB778E5C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0B124-01A2-1C29-E04D-DAB581CC0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FED353-1234-68E0-376B-AE04F53274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5ACCF-9C69-459F-541F-4D61FCF8D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9C979-0029-E21A-BB99-06FC57C3B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635DE-CE09-C696-AB01-64E22AE5D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8297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1050-E809-DF39-4E7A-AF647FB0B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64998-5791-1F21-D0A7-6841329CBE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C1B3CA-A5A9-23F5-47B4-FCD5BFF0BF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F46CF-5BFD-ED9B-D6AB-A620238AE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FB9A16-75B6-4B88-2A02-066E3210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499D1-AF01-CBA1-0407-97CEB582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0924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A2B52-5867-7BA0-9F2F-E118734B1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D1CBF-320F-BEBC-7F93-A3ED5F2230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E57AED-D5EC-3B50-F641-D4DB97858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9E095-3916-E8B8-3730-34849DFC4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2362-5559-E758-782A-A861F6FCF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85566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E8D0BD-60F7-D73E-CBAF-F33F300956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BC4567-60CD-5998-24FE-01048B6267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B56D-E021-3777-0AA1-C7221DD7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CBC28-4AA8-F21A-202C-786F0AE59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C02F1-FFD0-2BD5-6405-C359EC79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2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8D5843-9C28-662B-9BDB-2597AE6FE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BE8FE-3701-D6C6-CD73-3F33050FD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05B83-3A9A-29BC-DD29-811C9D74B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3D6B63-7973-4513-BC84-C3DC84D916C6}" type="datetimeFigureOut">
              <a:rPr lang="en-CA" smtClean="0"/>
              <a:t>2025-11-14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FA0C3-E880-F91A-3C98-B736D3C75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BFF38-F69A-9928-6AFD-753DFDEF3D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288D66-BEB3-4B0C-ADC7-EEA07B5C06B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06774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32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4.png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40" Type="http://schemas.openxmlformats.org/officeDocument/2006/relationships/customXml" Target="../ink/ink20.xml"/><Relationship Id="rId45" Type="http://schemas.openxmlformats.org/officeDocument/2006/relationships/customXml" Target="../ink/ink24.xml"/><Relationship Id="rId53" Type="http://schemas.openxmlformats.org/officeDocument/2006/relationships/customXml" Target="../ink/ink28.xml"/><Relationship Id="rId58" Type="http://schemas.openxmlformats.org/officeDocument/2006/relationships/image" Target="../media/image27.png"/><Relationship Id="rId66" Type="http://schemas.openxmlformats.org/officeDocument/2006/relationships/image" Target="../media/image31.png"/><Relationship Id="rId5" Type="http://schemas.openxmlformats.org/officeDocument/2006/relationships/image" Target="../media/image2.png"/><Relationship Id="rId61" Type="http://schemas.openxmlformats.org/officeDocument/2006/relationships/customXml" Target="../ink/ink32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43" Type="http://schemas.openxmlformats.org/officeDocument/2006/relationships/customXml" Target="../ink/ink22.xml"/><Relationship Id="rId48" Type="http://schemas.openxmlformats.org/officeDocument/2006/relationships/image" Target="../media/image22.png"/><Relationship Id="rId56" Type="http://schemas.openxmlformats.org/officeDocument/2006/relationships/image" Target="../media/image26.png"/><Relationship Id="rId64" Type="http://schemas.openxmlformats.org/officeDocument/2006/relationships/image" Target="../media/image30.png"/><Relationship Id="rId69" Type="http://schemas.openxmlformats.org/officeDocument/2006/relationships/customXml" Target="../ink/ink36.xml"/><Relationship Id="rId8" Type="http://schemas.openxmlformats.org/officeDocument/2006/relationships/customXml" Target="../ink/ink4.xml"/><Relationship Id="rId51" Type="http://schemas.openxmlformats.org/officeDocument/2006/relationships/customXml" Target="../ink/ink27.xml"/><Relationship Id="rId3" Type="http://schemas.openxmlformats.org/officeDocument/2006/relationships/image" Target="../media/image1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46" Type="http://schemas.openxmlformats.org/officeDocument/2006/relationships/image" Target="../media/image21.png"/><Relationship Id="rId59" Type="http://schemas.openxmlformats.org/officeDocument/2006/relationships/customXml" Target="../ink/ink31.xml"/><Relationship Id="rId67" Type="http://schemas.openxmlformats.org/officeDocument/2006/relationships/customXml" Target="../ink/ink35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image" Target="../media/image25.png"/><Relationship Id="rId62" Type="http://schemas.openxmlformats.org/officeDocument/2006/relationships/image" Target="../media/image29.png"/><Relationship Id="rId7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3.xml"/><Relationship Id="rId52" Type="http://schemas.openxmlformats.org/officeDocument/2006/relationships/image" Target="../media/image24.png"/><Relationship Id="rId60" Type="http://schemas.openxmlformats.org/officeDocument/2006/relationships/image" Target="../media/image28.png"/><Relationship Id="rId65" Type="http://schemas.openxmlformats.org/officeDocument/2006/relationships/customXml" Target="../ink/ink34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image" Target="../media/image23.png"/><Relationship Id="rId55" Type="http://schemas.openxmlformats.org/officeDocument/2006/relationships/customXml" Target="../ink/ink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C6C1-067B-747C-D01A-980384F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82A26C5-AA49-1BE6-05B4-B5C52BB7CCC1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0F44DD5-BF58-A85A-B5E6-09BED460BB9C}"/>
              </a:ext>
            </a:extLst>
          </p:cNvPr>
          <p:cNvSpPr/>
          <p:nvPr/>
        </p:nvSpPr>
        <p:spPr>
          <a:xfrm rot="2939870">
            <a:off x="5277827" y="3996450"/>
            <a:ext cx="1237993" cy="1005737"/>
          </a:xfrm>
          <a:prstGeom prst="roundRect">
            <a:avLst>
              <a:gd name="adj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1E51EBC-834B-BA45-3C39-E483458FFB7C}"/>
              </a:ext>
            </a:extLst>
          </p:cNvPr>
          <p:cNvGrpSpPr/>
          <p:nvPr/>
        </p:nvGrpSpPr>
        <p:grpSpPr>
          <a:xfrm>
            <a:off x="4872134" y="3253168"/>
            <a:ext cx="1190036" cy="1787274"/>
            <a:chOff x="4872134" y="3253168"/>
            <a:chExt cx="1190036" cy="178727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AB12FFBB-1F94-2B69-DBF9-9F4EDB63BFF5}"/>
                </a:ext>
              </a:extLst>
            </p:cNvPr>
            <p:cNvSpPr/>
            <p:nvPr/>
          </p:nvSpPr>
          <p:spPr>
            <a:xfrm rot="8174236">
              <a:off x="4955877" y="3253168"/>
              <a:ext cx="606217" cy="1787274"/>
            </a:xfrm>
            <a:prstGeom prst="ellipse">
              <a:avLst/>
            </a:prstGeom>
            <a:solidFill>
              <a:srgbClr val="7E694E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00F4E7B9-73D0-E1AB-1FC1-F932AF574AF4}"/>
                </a:ext>
              </a:extLst>
            </p:cNvPr>
            <p:cNvSpPr/>
            <p:nvPr/>
          </p:nvSpPr>
          <p:spPr>
            <a:xfrm rot="2612015">
              <a:off x="4872134" y="3987757"/>
              <a:ext cx="1190036" cy="669019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79020F-AEBD-A205-D4E7-60D9962157C4}"/>
              </a:ext>
            </a:extLst>
          </p:cNvPr>
          <p:cNvSpPr/>
          <p:nvPr/>
        </p:nvSpPr>
        <p:spPr>
          <a:xfrm rot="2465462">
            <a:off x="5298754" y="4042294"/>
            <a:ext cx="1362541" cy="734851"/>
          </a:xfrm>
          <a:prstGeom prst="roundRect">
            <a:avLst>
              <a:gd name="adj" fmla="val 438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6AC01-2DEE-483E-C31B-C670A3530E06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8C3BAF4-BB8D-0513-0C82-485D0A787C1A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68C544-CC9F-50B6-2ADF-C0DD3FD70D4D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0D247F-A5BC-6C14-37CB-93A40BAA6985}"/>
              </a:ext>
            </a:extLst>
          </p:cNvPr>
          <p:cNvSpPr/>
          <p:nvPr/>
        </p:nvSpPr>
        <p:spPr>
          <a:xfrm>
            <a:off x="5084064" y="4005452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5CF30D-8237-1B7C-C1FF-019BF3C58C0B}"/>
              </a:ext>
            </a:extLst>
          </p:cNvPr>
          <p:cNvSpPr/>
          <p:nvPr/>
        </p:nvSpPr>
        <p:spPr>
          <a:xfrm>
            <a:off x="6457103" y="4004136"/>
            <a:ext cx="474740" cy="5688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D6132F-B874-11D1-3F04-374BFCF5F30A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  <a:solidFill>
            <a:srgbClr val="7E694E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425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C2A157-856C-5503-41A7-79A751246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53901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2651F2-FD77-AE41-567B-84EB40AC6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022677"/>
              </p:ext>
            </p:extLst>
          </p:nvPr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655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EA987-89B8-8982-7365-0566F6B8D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686CE7-8329-8C9C-D378-C4B3A7EE3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908284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AD4181-D863-9EF4-617C-DEF561BE211C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689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107E-1E8E-C7C8-42D6-F269CB1F2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FD86255-5958-8F91-4678-03855A5C9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621687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716BEAF-5940-D274-8A72-6B0626395A13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46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1E3E-F239-7169-095E-9EBD1018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AA9FDA-C7B7-2F4E-FB0B-138AC24E0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537383"/>
              </p:ext>
            </p:extLst>
          </p:nvPr>
        </p:nvGraphicFramePr>
        <p:xfrm>
          <a:off x="3936000" y="126900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79615470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99771191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84122621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11064738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406855632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63380051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75247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802641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991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4634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57675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76606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313875C-C41A-C21B-5C89-026667E3BD00}"/>
              </a:ext>
            </a:extLst>
          </p:cNvPr>
          <p:cNvGraphicFramePr>
            <a:graphicFrameLocks noGrp="1"/>
          </p:cNvGraphicFramePr>
          <p:nvPr/>
        </p:nvGraphicFramePr>
        <p:xfrm>
          <a:off x="2297546" y="1284298"/>
          <a:ext cx="7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754233225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96590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9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440453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05473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269565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en-CA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B5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182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188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79561C-8ABA-CB00-02EF-3D61A8196233}"/>
              </a:ext>
            </a:extLst>
          </p:cNvPr>
          <p:cNvSpPr/>
          <p:nvPr/>
        </p:nvSpPr>
        <p:spPr>
          <a:xfrm>
            <a:off x="-9236" y="0"/>
            <a:ext cx="12247418" cy="296860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E97CB8F-4524-392C-3550-0EAD6A4A7291}"/>
              </a:ext>
            </a:extLst>
          </p:cNvPr>
          <p:cNvSpPr/>
          <p:nvPr/>
        </p:nvSpPr>
        <p:spPr>
          <a:xfrm>
            <a:off x="-9236" y="2733694"/>
            <a:ext cx="12238181" cy="878097"/>
          </a:xfrm>
          <a:custGeom>
            <a:avLst/>
            <a:gdLst>
              <a:gd name="connsiteX0" fmla="*/ 0 w 12238181"/>
              <a:gd name="connsiteY0" fmla="*/ 425142 h 878097"/>
              <a:gd name="connsiteX1" fmla="*/ 1533236 w 12238181"/>
              <a:gd name="connsiteY1" fmla="*/ 270 h 878097"/>
              <a:gd name="connsiteX2" fmla="*/ 4294909 w 12238181"/>
              <a:gd name="connsiteY2" fmla="*/ 360488 h 878097"/>
              <a:gd name="connsiteX3" fmla="*/ 7564581 w 12238181"/>
              <a:gd name="connsiteY3" fmla="*/ 342015 h 878097"/>
              <a:gd name="connsiteX4" fmla="*/ 10400145 w 12238181"/>
              <a:gd name="connsiteY4" fmla="*/ 877724 h 878097"/>
              <a:gd name="connsiteX5" fmla="*/ 12238181 w 12238181"/>
              <a:gd name="connsiteY5" fmla="*/ 249651 h 878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38181" h="878097">
                <a:moveTo>
                  <a:pt x="0" y="425142"/>
                </a:moveTo>
                <a:cubicBezTo>
                  <a:pt x="408709" y="218094"/>
                  <a:pt x="817418" y="11046"/>
                  <a:pt x="1533236" y="270"/>
                </a:cubicBezTo>
                <a:cubicBezTo>
                  <a:pt x="2249054" y="-10506"/>
                  <a:pt x="3289685" y="303530"/>
                  <a:pt x="4294909" y="360488"/>
                </a:cubicBezTo>
                <a:cubicBezTo>
                  <a:pt x="5300133" y="417446"/>
                  <a:pt x="6547042" y="255809"/>
                  <a:pt x="7564581" y="342015"/>
                </a:cubicBezTo>
                <a:cubicBezTo>
                  <a:pt x="8582120" y="428221"/>
                  <a:pt x="9621212" y="893118"/>
                  <a:pt x="10400145" y="877724"/>
                </a:cubicBezTo>
                <a:cubicBezTo>
                  <a:pt x="11179078" y="862330"/>
                  <a:pt x="11856411" y="351251"/>
                  <a:pt x="12238181" y="249651"/>
                </a:cubicBezTo>
              </a:path>
            </a:pathLst>
          </a:custGeom>
          <a:noFill/>
          <a:ln>
            <a:solidFill>
              <a:srgbClr val="B9F9F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1C6C4D-CAB7-5921-2EA3-30D529859237}"/>
              </a:ext>
            </a:extLst>
          </p:cNvPr>
          <p:cNvSpPr/>
          <p:nvPr/>
        </p:nvSpPr>
        <p:spPr>
          <a:xfrm>
            <a:off x="0" y="3897744"/>
            <a:ext cx="12192000" cy="29602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66BF4C-F2A4-2C99-2F34-D4D3E80370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60345"/>
              </p:ext>
            </p:extLst>
          </p:nvPr>
        </p:nvGraphicFramePr>
        <p:xfrm>
          <a:off x="0" y="2804219"/>
          <a:ext cx="12192000" cy="1093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5929963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1073312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20072416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60256865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5438893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965237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261915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0636071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12149914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84800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888061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297218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408961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8933446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3183811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9847397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9186941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8240411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27238056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97212746"/>
                    </a:ext>
                  </a:extLst>
                </a:gridCol>
              </a:tblGrid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9915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8050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421117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68512"/>
                  </a:ext>
                </a:extLst>
              </a:tr>
              <a:tr h="218705"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100" dirty="0"/>
                    </a:p>
                  </a:txBody>
                  <a:tcPr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56602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918BA9F-C01E-23A5-5706-2DFF83FDA46C}"/>
              </a:ext>
            </a:extLst>
          </p:cNvPr>
          <p:cNvSpPr/>
          <p:nvPr/>
        </p:nvSpPr>
        <p:spPr>
          <a:xfrm>
            <a:off x="0" y="1246909"/>
            <a:ext cx="12256655" cy="1721693"/>
          </a:xfrm>
          <a:custGeom>
            <a:avLst/>
            <a:gdLst>
              <a:gd name="connsiteX0" fmla="*/ 0 w 12256655"/>
              <a:gd name="connsiteY0" fmla="*/ 1866468 h 2401291"/>
              <a:gd name="connsiteX1" fmla="*/ 1154545 w 12256655"/>
              <a:gd name="connsiteY1" fmla="*/ 1109087 h 2401291"/>
              <a:gd name="connsiteX2" fmla="*/ 2198255 w 12256655"/>
              <a:gd name="connsiteY2" fmla="*/ 1700214 h 2401291"/>
              <a:gd name="connsiteX3" fmla="*/ 2770909 w 12256655"/>
              <a:gd name="connsiteY3" fmla="*/ 1487778 h 2401291"/>
              <a:gd name="connsiteX4" fmla="*/ 3639127 w 12256655"/>
              <a:gd name="connsiteY4" fmla="*/ 2023487 h 2401291"/>
              <a:gd name="connsiteX5" fmla="*/ 4350327 w 12256655"/>
              <a:gd name="connsiteY5" fmla="*/ 1044432 h 2401291"/>
              <a:gd name="connsiteX6" fmla="*/ 4701309 w 12256655"/>
              <a:gd name="connsiteY6" fmla="*/ 1099850 h 2401291"/>
              <a:gd name="connsiteX7" fmla="*/ 5218545 w 12256655"/>
              <a:gd name="connsiteY7" fmla="*/ 739632 h 2401291"/>
              <a:gd name="connsiteX8" fmla="*/ 5892800 w 12256655"/>
              <a:gd name="connsiteY8" fmla="*/ 841232 h 2401291"/>
              <a:gd name="connsiteX9" fmla="*/ 6733309 w 12256655"/>
              <a:gd name="connsiteY9" fmla="*/ 37668 h 2401291"/>
              <a:gd name="connsiteX10" fmla="*/ 7112000 w 12256655"/>
              <a:gd name="connsiteY10" fmla="*/ 203923 h 2401291"/>
              <a:gd name="connsiteX11" fmla="*/ 7435273 w 12256655"/>
              <a:gd name="connsiteY11" fmla="*/ 841232 h 2401291"/>
              <a:gd name="connsiteX12" fmla="*/ 8515927 w 12256655"/>
              <a:gd name="connsiteY12" fmla="*/ 1561668 h 2401291"/>
              <a:gd name="connsiteX13" fmla="*/ 9310255 w 12256655"/>
              <a:gd name="connsiteY13" fmla="*/ 2392941 h 2401291"/>
              <a:gd name="connsiteX14" fmla="*/ 10649527 w 12256655"/>
              <a:gd name="connsiteY14" fmla="*/ 1949596 h 2401291"/>
              <a:gd name="connsiteX15" fmla="*/ 11342255 w 12256655"/>
              <a:gd name="connsiteY15" fmla="*/ 1303050 h 2401291"/>
              <a:gd name="connsiteX16" fmla="*/ 12256655 w 12256655"/>
              <a:gd name="connsiteY16" fmla="*/ 1533959 h 2401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256655" h="2401291">
                <a:moveTo>
                  <a:pt x="0" y="1866468"/>
                </a:moveTo>
                <a:cubicBezTo>
                  <a:pt x="394084" y="1501632"/>
                  <a:pt x="788169" y="1136796"/>
                  <a:pt x="1154545" y="1109087"/>
                </a:cubicBezTo>
                <a:cubicBezTo>
                  <a:pt x="1520921" y="1081378"/>
                  <a:pt x="1928861" y="1637099"/>
                  <a:pt x="2198255" y="1700214"/>
                </a:cubicBezTo>
                <a:cubicBezTo>
                  <a:pt x="2467649" y="1763329"/>
                  <a:pt x="2530764" y="1433899"/>
                  <a:pt x="2770909" y="1487778"/>
                </a:cubicBezTo>
                <a:cubicBezTo>
                  <a:pt x="3011054" y="1541657"/>
                  <a:pt x="3375891" y="2097378"/>
                  <a:pt x="3639127" y="2023487"/>
                </a:cubicBezTo>
                <a:cubicBezTo>
                  <a:pt x="3902363" y="1949596"/>
                  <a:pt x="4173297" y="1198371"/>
                  <a:pt x="4350327" y="1044432"/>
                </a:cubicBezTo>
                <a:cubicBezTo>
                  <a:pt x="4527357" y="890493"/>
                  <a:pt x="4556606" y="1150650"/>
                  <a:pt x="4701309" y="1099850"/>
                </a:cubicBezTo>
                <a:cubicBezTo>
                  <a:pt x="4846012" y="1049050"/>
                  <a:pt x="5019963" y="782735"/>
                  <a:pt x="5218545" y="739632"/>
                </a:cubicBezTo>
                <a:cubicBezTo>
                  <a:pt x="5417127" y="696529"/>
                  <a:pt x="5640339" y="958226"/>
                  <a:pt x="5892800" y="841232"/>
                </a:cubicBezTo>
                <a:cubicBezTo>
                  <a:pt x="6145261" y="724238"/>
                  <a:pt x="6530109" y="143886"/>
                  <a:pt x="6733309" y="37668"/>
                </a:cubicBezTo>
                <a:cubicBezTo>
                  <a:pt x="6936509" y="-68550"/>
                  <a:pt x="6995006" y="69996"/>
                  <a:pt x="7112000" y="203923"/>
                </a:cubicBezTo>
                <a:cubicBezTo>
                  <a:pt x="7228994" y="337850"/>
                  <a:pt x="7201285" y="614941"/>
                  <a:pt x="7435273" y="841232"/>
                </a:cubicBezTo>
                <a:cubicBezTo>
                  <a:pt x="7669261" y="1067523"/>
                  <a:pt x="8203430" y="1303050"/>
                  <a:pt x="8515927" y="1561668"/>
                </a:cubicBezTo>
                <a:cubicBezTo>
                  <a:pt x="8828424" y="1820286"/>
                  <a:pt x="8954655" y="2328286"/>
                  <a:pt x="9310255" y="2392941"/>
                </a:cubicBezTo>
                <a:cubicBezTo>
                  <a:pt x="9665855" y="2457596"/>
                  <a:pt x="10310860" y="2131244"/>
                  <a:pt x="10649527" y="1949596"/>
                </a:cubicBezTo>
                <a:cubicBezTo>
                  <a:pt x="10988194" y="1767948"/>
                  <a:pt x="11074400" y="1372323"/>
                  <a:pt x="11342255" y="1303050"/>
                </a:cubicBezTo>
                <a:cubicBezTo>
                  <a:pt x="11610110" y="1233777"/>
                  <a:pt x="12071928" y="1461608"/>
                  <a:pt x="12256655" y="1533959"/>
                </a:cubicBezTo>
              </a:path>
            </a:pathLst>
          </a:custGeom>
          <a:noFill/>
          <a:ln>
            <a:solidFill>
              <a:srgbClr val="0FB5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14:cNvPr>
              <p14:cNvContentPartPr/>
              <p14:nvPr/>
            </p14:nvContentPartPr>
            <p14:xfrm>
              <a:off x="6410310" y="1281004"/>
              <a:ext cx="312480" cy="2145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5AB0EEE-D4D3-EC0D-2543-3055D7576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92310" y="1263004"/>
                <a:ext cx="34812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14:cNvPr>
              <p14:cNvContentPartPr/>
              <p14:nvPr/>
            </p14:nvContentPartPr>
            <p14:xfrm>
              <a:off x="6736470" y="1239964"/>
              <a:ext cx="442800" cy="2487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FD43A9-5FED-D2E0-9B1F-521E2A6A8B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18470" y="1222324"/>
                <a:ext cx="478440" cy="2844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FB1464B-DC2B-9187-D05D-636BE782BB30}"/>
              </a:ext>
            </a:extLst>
          </p:cNvPr>
          <p:cNvSpPr/>
          <p:nvPr/>
        </p:nvSpPr>
        <p:spPr>
          <a:xfrm>
            <a:off x="6403181" y="1426343"/>
            <a:ext cx="778669" cy="73845"/>
          </a:xfrm>
          <a:custGeom>
            <a:avLst/>
            <a:gdLst>
              <a:gd name="connsiteX0" fmla="*/ 0 w 778669"/>
              <a:gd name="connsiteY0" fmla="*/ 71463 h 73845"/>
              <a:gd name="connsiteX1" fmla="*/ 216694 w 778669"/>
              <a:gd name="connsiteY1" fmla="*/ 14313 h 73845"/>
              <a:gd name="connsiteX2" fmla="*/ 311944 w 778669"/>
              <a:gd name="connsiteY2" fmla="*/ 40507 h 73845"/>
              <a:gd name="connsiteX3" fmla="*/ 485775 w 778669"/>
              <a:gd name="connsiteY3" fmla="*/ 26 h 73845"/>
              <a:gd name="connsiteX4" fmla="*/ 576263 w 778669"/>
              <a:gd name="connsiteY4" fmla="*/ 47651 h 73845"/>
              <a:gd name="connsiteX5" fmla="*/ 711994 w 778669"/>
              <a:gd name="connsiteY5" fmla="*/ 4788 h 73845"/>
              <a:gd name="connsiteX6" fmla="*/ 778669 w 778669"/>
              <a:gd name="connsiteY6" fmla="*/ 73845 h 73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8669" h="73845">
                <a:moveTo>
                  <a:pt x="0" y="71463"/>
                </a:moveTo>
                <a:cubicBezTo>
                  <a:pt x="82351" y="45467"/>
                  <a:pt x="164703" y="19472"/>
                  <a:pt x="216694" y="14313"/>
                </a:cubicBezTo>
                <a:cubicBezTo>
                  <a:pt x="268685" y="9154"/>
                  <a:pt x="267097" y="42888"/>
                  <a:pt x="311944" y="40507"/>
                </a:cubicBezTo>
                <a:cubicBezTo>
                  <a:pt x="356791" y="38126"/>
                  <a:pt x="441722" y="-1165"/>
                  <a:pt x="485775" y="26"/>
                </a:cubicBezTo>
                <a:cubicBezTo>
                  <a:pt x="529828" y="1217"/>
                  <a:pt x="538560" y="46857"/>
                  <a:pt x="576263" y="47651"/>
                </a:cubicBezTo>
                <a:cubicBezTo>
                  <a:pt x="613966" y="48445"/>
                  <a:pt x="678260" y="422"/>
                  <a:pt x="711994" y="4788"/>
                </a:cubicBezTo>
                <a:cubicBezTo>
                  <a:pt x="745728" y="9154"/>
                  <a:pt x="765969" y="64320"/>
                  <a:pt x="778669" y="73845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14:cNvPr>
              <p14:cNvContentPartPr/>
              <p14:nvPr/>
            </p14:nvContentPartPr>
            <p14:xfrm>
              <a:off x="6714870" y="1311964"/>
              <a:ext cx="264600" cy="406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CA41BCB-DAE3-4613-E51B-07C62B1898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6870" y="1293964"/>
                <a:ext cx="30024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14:cNvPr>
              <p14:cNvContentPartPr/>
              <p14:nvPr/>
            </p14:nvContentPartPr>
            <p14:xfrm>
              <a:off x="6641070" y="1356964"/>
              <a:ext cx="298440" cy="5256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A9EA86A-C394-2969-F60B-BEDFEAFEA0D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23070" y="1338964"/>
                <a:ext cx="334080" cy="8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E51AF1E2-4451-F1A9-1D08-DF36FFC30006}"/>
              </a:ext>
            </a:extLst>
          </p:cNvPr>
          <p:cNvGrpSpPr/>
          <p:nvPr/>
        </p:nvGrpSpPr>
        <p:grpSpPr>
          <a:xfrm>
            <a:off x="6526950" y="1271644"/>
            <a:ext cx="564840" cy="174240"/>
            <a:chOff x="6526950" y="1271644"/>
            <a:chExt cx="564840" cy="1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14:cNvPr>
                <p14:cNvContentPartPr/>
                <p14:nvPr/>
              </p14:nvContentPartPr>
              <p14:xfrm>
                <a:off x="6526950" y="1347604"/>
                <a:ext cx="216000" cy="81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F13C61-D663-B795-A336-A185631685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508950" y="1329964"/>
                  <a:ext cx="2516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14:cNvPr>
                <p14:cNvContentPartPr/>
                <p14:nvPr/>
              </p14:nvContentPartPr>
              <p14:xfrm>
                <a:off x="6707670" y="1271644"/>
                <a:ext cx="190080" cy="61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5CDA18F-C2F8-1CCA-DE62-7972642513E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690030" y="1254004"/>
                  <a:ext cx="22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14:cNvPr>
                <p14:cNvContentPartPr/>
                <p14:nvPr/>
              </p14:nvContentPartPr>
              <p14:xfrm>
                <a:off x="6767430" y="1289284"/>
                <a:ext cx="176400" cy="32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607E9D3-1914-CE7A-D61C-A03F9DBEA31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49430" y="1271644"/>
                  <a:ext cx="21204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14:cNvPr>
                <p14:cNvContentPartPr/>
                <p14:nvPr/>
              </p14:nvContentPartPr>
              <p14:xfrm>
                <a:off x="6605430" y="1414924"/>
                <a:ext cx="32400" cy="9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2CCEB1A-D63A-ED3B-7602-B044D9EA613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587430" y="1397284"/>
                  <a:ext cx="68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14:cNvPr>
                <p14:cNvContentPartPr/>
                <p14:nvPr/>
              </p14:nvContentPartPr>
              <p14:xfrm>
                <a:off x="6669870" y="1411684"/>
                <a:ext cx="205200" cy="2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6788E06-5C62-87A0-7148-BD867851E4D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651870" y="1394044"/>
                  <a:ext cx="240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14:cNvPr>
                <p14:cNvContentPartPr/>
                <p14:nvPr/>
              </p14:nvContentPartPr>
              <p14:xfrm>
                <a:off x="6872190" y="1398724"/>
                <a:ext cx="85320" cy="32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5A6051B-357B-6980-763F-604B44CE72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54190" y="1380724"/>
                  <a:ext cx="120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14:cNvPr>
                <p14:cNvContentPartPr/>
                <p14:nvPr/>
              </p14:nvContentPartPr>
              <p14:xfrm>
                <a:off x="6969750" y="1421404"/>
                <a:ext cx="122040" cy="244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F508C8-F1D5-0509-B242-FDB8DB81D7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951750" y="1403404"/>
                  <a:ext cx="157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14:cNvPr>
                <p14:cNvContentPartPr/>
                <p14:nvPr/>
              </p14:nvContentPartPr>
              <p14:xfrm>
                <a:off x="6969750" y="1389004"/>
                <a:ext cx="99360" cy="23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F37564C-3AC5-B0ED-F86E-99F25F3DD78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951750" y="1371004"/>
                  <a:ext cx="135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14:cNvPr>
                <p14:cNvContentPartPr/>
                <p14:nvPr/>
              </p14:nvContentPartPr>
              <p14:xfrm>
                <a:off x="6936270" y="1377124"/>
                <a:ext cx="78840" cy="11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106DECE-7038-8A76-F30F-EC871009762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918630" y="1359124"/>
                  <a:ext cx="1144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14:cNvPr>
                <p14:cNvContentPartPr/>
                <p14:nvPr/>
              </p14:nvContentPartPr>
              <p14:xfrm>
                <a:off x="6967230" y="1341124"/>
                <a:ext cx="66600" cy="291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961D70B-FE1C-A4CC-626A-563AB7B58EC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949590" y="1323484"/>
                  <a:ext cx="102240" cy="64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4A9ECB3-7A08-86E4-49EA-459DF34F3DA0}"/>
                  </a:ext>
                </a:extLst>
              </p14:cNvPr>
              <p14:cNvContentPartPr/>
              <p14:nvPr/>
            </p14:nvContentPartPr>
            <p14:xfrm>
              <a:off x="6397305" y="1471645"/>
              <a:ext cx="284040" cy="694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4A9ECB3-7A08-86E4-49EA-459DF34F3D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79665" y="1453645"/>
                <a:ext cx="3196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552B61E-418A-2F64-9D0F-EF5CB1D02C38}"/>
                  </a:ext>
                </a:extLst>
              </p14:cNvPr>
              <p14:cNvContentPartPr/>
              <p14:nvPr/>
            </p14:nvContentPartPr>
            <p14:xfrm>
              <a:off x="6692865" y="1457245"/>
              <a:ext cx="200520" cy="460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552B61E-418A-2F64-9D0F-EF5CB1D02C38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674865" y="1439245"/>
                <a:ext cx="236160" cy="8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A73C3D82-0A8E-C385-984D-30D9AD6C3EE9}"/>
                  </a:ext>
                </a:extLst>
              </p14:cNvPr>
              <p14:cNvContentPartPr/>
              <p14:nvPr/>
            </p14:nvContentPartPr>
            <p14:xfrm>
              <a:off x="6899145" y="1460485"/>
              <a:ext cx="105120" cy="450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A73C3D82-0A8E-C385-984D-30D9AD6C3EE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881145" y="1442485"/>
                <a:ext cx="1407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DB0F9A0-9FF8-E3EA-CC0F-B6C06F3343BD}"/>
                  </a:ext>
                </a:extLst>
              </p14:cNvPr>
              <p14:cNvContentPartPr/>
              <p14:nvPr/>
            </p14:nvContentPartPr>
            <p14:xfrm>
              <a:off x="7003905" y="1462645"/>
              <a:ext cx="133200" cy="4572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DB0F9A0-9FF8-E3EA-CC0F-B6C06F3343B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985905" y="1445005"/>
                <a:ext cx="1688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564B050-AF18-3B41-BEE1-13DF25CBAE5F}"/>
                  </a:ext>
                </a:extLst>
              </p14:cNvPr>
              <p14:cNvContentPartPr/>
              <p14:nvPr/>
            </p14:nvContentPartPr>
            <p14:xfrm>
              <a:off x="7146825" y="1479205"/>
              <a:ext cx="34920" cy="36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564B050-AF18-3B41-BEE1-13DF25CBAE5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128825" y="1461565"/>
                <a:ext cx="7056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B525FE82-DC2A-CDF7-D898-8B69F3BCF311}"/>
                  </a:ext>
                </a:extLst>
              </p14:cNvPr>
              <p14:cNvContentPartPr/>
              <p14:nvPr/>
            </p14:nvContentPartPr>
            <p14:xfrm>
              <a:off x="6397305" y="1606285"/>
              <a:ext cx="360" cy="3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B525FE82-DC2A-CDF7-D898-8B69F3BCF31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334665" y="1543645"/>
                <a:ext cx="12600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4E7E173D-00A3-6DB0-3809-D8AFB7174B70}"/>
              </a:ext>
            </a:extLst>
          </p:cNvPr>
          <p:cNvGrpSpPr/>
          <p:nvPr/>
        </p:nvGrpSpPr>
        <p:grpSpPr>
          <a:xfrm>
            <a:off x="6248265" y="1531405"/>
            <a:ext cx="1206360" cy="828720"/>
            <a:chOff x="6248265" y="1531405"/>
            <a:chExt cx="1206360" cy="82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6D42EF6-8A64-0B92-B1C4-4C2B20C69C00}"/>
                    </a:ext>
                  </a:extLst>
                </p14:cNvPr>
                <p14:cNvContentPartPr/>
                <p14:nvPr/>
              </p14:nvContentPartPr>
              <p14:xfrm>
                <a:off x="6346545" y="1682605"/>
                <a:ext cx="360" cy="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6D42EF6-8A64-0B92-B1C4-4C2B20C69C0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3905" y="161960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CEDF741-F399-C4C0-5A68-D9D34E77436A}"/>
                    </a:ext>
                  </a:extLst>
                </p14:cNvPr>
                <p14:cNvContentPartPr/>
                <p14:nvPr/>
              </p14:nvContentPartPr>
              <p14:xfrm>
                <a:off x="6343305" y="1672885"/>
                <a:ext cx="360" cy="3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CEDF741-F399-C4C0-5A68-D9D34E77436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0665" y="161024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FF43712-51B7-471D-ED7C-AACB1E2F32D2}"/>
                    </a:ext>
                  </a:extLst>
                </p14:cNvPr>
                <p14:cNvContentPartPr/>
                <p14:nvPr/>
              </p14:nvContentPartPr>
              <p14:xfrm>
                <a:off x="6343305" y="1666765"/>
                <a:ext cx="360" cy="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FF43712-51B7-471D-ED7C-AACB1E2F32D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80665" y="1603765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0551BAD-52A5-A839-8311-87B679D2EB0C}"/>
                    </a:ext>
                  </a:extLst>
                </p14:cNvPr>
                <p14:cNvContentPartPr/>
                <p14:nvPr/>
              </p14:nvContentPartPr>
              <p14:xfrm>
                <a:off x="6248265" y="1698445"/>
                <a:ext cx="360" cy="10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0551BAD-52A5-A839-8311-87B679D2EB0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212265" y="1662445"/>
                  <a:ext cx="720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1A89C6-F82C-CAE2-4456-A61904B3EE62}"/>
                    </a:ext>
                  </a:extLst>
                </p14:cNvPr>
                <p14:cNvContentPartPr/>
                <p14:nvPr/>
              </p14:nvContentPartPr>
              <p14:xfrm>
                <a:off x="6260865" y="1669285"/>
                <a:ext cx="9000" cy="7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1A89C6-F82C-CAE2-4456-A61904B3EE6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225225" y="1633645"/>
                  <a:ext cx="806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54A3B31-3E12-F0E4-610A-BD7BB33A04FD}"/>
                    </a:ext>
                  </a:extLst>
                </p14:cNvPr>
                <p14:cNvContentPartPr/>
                <p14:nvPr/>
              </p14:nvContentPartPr>
              <p14:xfrm>
                <a:off x="6326385" y="1531405"/>
                <a:ext cx="1128240" cy="828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54A3B31-3E12-F0E4-610A-BD7BB33A04F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290385" y="1495765"/>
                  <a:ext cx="1199880" cy="90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7645125B-DC8F-8892-EE3F-07909644C618}"/>
                  </a:ext>
                </a:extLst>
              </p14:cNvPr>
              <p14:cNvContentPartPr/>
              <p14:nvPr/>
            </p14:nvContentPartPr>
            <p14:xfrm>
              <a:off x="6381105" y="1882645"/>
              <a:ext cx="864360" cy="11052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7645125B-DC8F-8892-EE3F-07909644C61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345105" y="1846645"/>
                <a:ext cx="936000" cy="11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5C443A3-FFC9-9361-E3AF-F840EA4F226C}"/>
                  </a:ext>
                </a:extLst>
              </p14:cNvPr>
              <p14:cNvContentPartPr/>
              <p14:nvPr/>
            </p14:nvContentPartPr>
            <p14:xfrm>
              <a:off x="6466425" y="2147605"/>
              <a:ext cx="814680" cy="809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5C443A3-FFC9-9361-E3AF-F840EA4F226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430425" y="2111605"/>
                <a:ext cx="886320" cy="88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71C6E00-5842-A231-AF20-9045C18EF94E}"/>
                  </a:ext>
                </a:extLst>
              </p14:cNvPr>
              <p14:cNvContentPartPr/>
              <p14:nvPr/>
            </p14:nvContentPartPr>
            <p14:xfrm>
              <a:off x="6683910" y="3024049"/>
              <a:ext cx="18000" cy="180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71C6E00-5842-A231-AF20-9045C18EF94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75270" y="3015049"/>
                <a:ext cx="3564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8596965-7747-00D5-185C-3FC6434F518C}"/>
                  </a:ext>
                </a:extLst>
              </p14:cNvPr>
              <p14:cNvContentPartPr/>
              <p14:nvPr/>
            </p14:nvContentPartPr>
            <p14:xfrm>
              <a:off x="6691110" y="3033409"/>
              <a:ext cx="500760" cy="72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8596965-7747-00D5-185C-3FC6434F518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682110" y="3015409"/>
                <a:ext cx="518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0196E28-92FB-E8A0-34A7-525F4F3C9F26}"/>
                  </a:ext>
                </a:extLst>
              </p14:cNvPr>
              <p14:cNvContentPartPr/>
              <p14:nvPr/>
            </p14:nvContentPartPr>
            <p14:xfrm>
              <a:off x="6826830" y="3012169"/>
              <a:ext cx="336240" cy="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0196E28-92FB-E8A0-34A7-525F4F3C9F2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817830" y="3003169"/>
                <a:ext cx="3538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AAB5BCF8-EE7E-0579-957F-E661C32A2B6B}"/>
                  </a:ext>
                </a:extLst>
              </p14:cNvPr>
              <p14:cNvContentPartPr/>
              <p14:nvPr/>
            </p14:nvContentPartPr>
            <p14:xfrm>
              <a:off x="6793440" y="3217046"/>
              <a:ext cx="398160" cy="97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AAB5BCF8-EE7E-0579-957F-E661C32A2B6B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84440" y="3208046"/>
                <a:ext cx="41580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247C867B-4A57-B9D5-0781-D76231F05B3C}"/>
              </a:ext>
            </a:extLst>
          </p:cNvPr>
          <p:cNvGrpSpPr/>
          <p:nvPr/>
        </p:nvGrpSpPr>
        <p:grpSpPr>
          <a:xfrm>
            <a:off x="6677160" y="3066926"/>
            <a:ext cx="524520" cy="141120"/>
            <a:chOff x="6677160" y="3066926"/>
            <a:chExt cx="524520" cy="14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85B4A7D6-02D4-54FF-1A73-656B6B08317D}"/>
                    </a:ext>
                  </a:extLst>
                </p14:cNvPr>
                <p14:cNvContentPartPr/>
                <p14:nvPr/>
              </p14:nvContentPartPr>
              <p14:xfrm>
                <a:off x="6703080" y="3071606"/>
                <a:ext cx="245160" cy="28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85B4A7D6-02D4-54FF-1A73-656B6B08317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694080" y="3062966"/>
                  <a:ext cx="262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6C1B5E1-5464-C170-1193-A6E07245A106}"/>
                    </a:ext>
                  </a:extLst>
                </p14:cNvPr>
                <p14:cNvContentPartPr/>
                <p14:nvPr/>
              </p14:nvContentPartPr>
              <p14:xfrm>
                <a:off x="6743400" y="3066926"/>
                <a:ext cx="458280" cy="3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6C1B5E1-5464-C170-1193-A6E07245A10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34760" y="3057926"/>
                  <a:ext cx="4759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3EF33A2-FCF0-0E75-C5C1-E3AEA8EF3206}"/>
                    </a:ext>
                  </a:extLst>
                </p14:cNvPr>
                <p14:cNvContentPartPr/>
                <p14:nvPr/>
              </p14:nvContentPartPr>
              <p14:xfrm>
                <a:off x="6677160" y="3092846"/>
                <a:ext cx="511200" cy="1152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3EF33A2-FCF0-0E75-C5C1-E3AEA8EF320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668160" y="3083846"/>
                  <a:ext cx="5288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95AC9A8-D149-166F-8869-EE07DBCC1CD5}"/>
                    </a:ext>
                  </a:extLst>
                </p14:cNvPr>
                <p14:cNvContentPartPr/>
                <p14:nvPr/>
              </p14:nvContentPartPr>
              <p14:xfrm>
                <a:off x="6738360" y="3095366"/>
                <a:ext cx="382320" cy="108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95AC9A8-D149-166F-8869-EE07DBCC1CD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29720" y="3086366"/>
                  <a:ext cx="399960" cy="12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9810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132E7-45B4-9E4F-011E-66D12A3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1901EAE-1406-25AE-DE21-888455B00D2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2C0AF-AE22-C313-5955-0F8E98A0771A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F3DC6FC-C90E-EAB4-70B0-2E97C4B679F7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D99657A-524B-8111-2266-8C37E588003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BFCFC74-A70B-6C26-4D77-9C1741AA03BB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CAA06B8-FDB8-2117-DE4F-1D000E3C9629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9008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91A1B-587D-953C-E8A7-3B35F1543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0743FF-6DD7-548C-7FCD-30112CFB2DE2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0DEEFF6-F662-0CC1-FC50-D3BD8E5695EC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E1FB9E-48E5-DBD6-A9E5-69D8422FD03E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5C84DBB-F08D-30E7-8594-4C3AFD70C527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5FCFCF-5E3F-AF32-D300-590FCBE3CF20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3CF5F16-0FAC-CFAD-7EFC-903780309DA0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189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3C9F2-47E1-42A7-8F74-B7DA3FC7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D69BF1D-52C3-25FC-1BBF-27741A647D47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985402-11B5-5602-05E6-0E7B6B782714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53D605-69FC-7FE1-E003-191F6F14824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1C0A52C-EDCD-F1D4-14B9-2BD6BCA6B98D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075ADF-DF52-FE58-319B-C5E46D4431F3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EA14FC4-BE20-5CBB-1B98-AA30B6BF2DDB}"/>
              </a:ext>
            </a:extLst>
          </p:cNvPr>
          <p:cNvSpPr/>
          <p:nvPr/>
        </p:nvSpPr>
        <p:spPr>
          <a:xfrm rot="1875076">
            <a:off x="6159190" y="3086972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9AC8EB-644A-A58A-A475-612676716F99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174CDB-2B01-DBAA-65A0-700D0A436C13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1269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090E0-70F4-C758-778C-76DBB687E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31B1C92-1D32-96D7-FB27-ACEAC8A9CAF6}"/>
              </a:ext>
            </a:extLst>
          </p:cNvPr>
          <p:cNvSpPr/>
          <p:nvPr/>
        </p:nvSpPr>
        <p:spPr>
          <a:xfrm rot="2311774">
            <a:off x="5764453" y="268258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381D3CD-EDFB-B214-5F83-956D0977C60B}"/>
              </a:ext>
            </a:extLst>
          </p:cNvPr>
          <p:cNvSpPr/>
          <p:nvPr/>
        </p:nvSpPr>
        <p:spPr>
          <a:xfrm rot="8174236">
            <a:off x="4955877" y="3253168"/>
            <a:ext cx="606217" cy="17872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4A1699-3421-BCBE-7178-41E599ABDA64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C682E8-A2CB-0C9B-5346-3192523C5C53}"/>
              </a:ext>
            </a:extLst>
          </p:cNvPr>
          <p:cNvSpPr/>
          <p:nvPr/>
        </p:nvSpPr>
        <p:spPr>
          <a:xfrm rot="2311774">
            <a:off x="3958117" y="3300984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843B04-EFBC-86B9-A8CD-D09DAFF37C99}"/>
              </a:ext>
            </a:extLst>
          </p:cNvPr>
          <p:cNvSpPr/>
          <p:nvPr/>
        </p:nvSpPr>
        <p:spPr>
          <a:xfrm>
            <a:off x="5925312" y="1124712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1D2766-F9C1-AFEA-3FDE-AB33CE1EAD38}"/>
              </a:ext>
            </a:extLst>
          </p:cNvPr>
          <p:cNvSpPr/>
          <p:nvPr/>
        </p:nvSpPr>
        <p:spPr>
          <a:xfrm rot="9571043">
            <a:off x="6323124" y="1812241"/>
            <a:ext cx="533400" cy="16916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E6B5A1-3BE1-80BD-42CC-14FC68F7131D}"/>
              </a:ext>
            </a:extLst>
          </p:cNvPr>
          <p:cNvSpPr/>
          <p:nvPr/>
        </p:nvSpPr>
        <p:spPr>
          <a:xfrm rot="1782648">
            <a:off x="5437803" y="1198039"/>
            <a:ext cx="3006406" cy="4206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55738D-7E79-134C-C8A3-B5397289D25B}"/>
              </a:ext>
            </a:extLst>
          </p:cNvPr>
          <p:cNvSpPr/>
          <p:nvPr/>
        </p:nvSpPr>
        <p:spPr>
          <a:xfrm rot="1563314">
            <a:off x="6557560" y="844401"/>
            <a:ext cx="1975104" cy="10872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20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7690D-2E9A-D2FC-5E14-A2484C9C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9224691-2AF1-84AE-55BB-9816BED76BCD}"/>
              </a:ext>
            </a:extLst>
          </p:cNvPr>
          <p:cNvSpPr/>
          <p:nvPr/>
        </p:nvSpPr>
        <p:spPr>
          <a:xfrm rot="20118178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DC4E29C-284A-6931-94C8-174475A48B13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9B2CF6-7373-8CD5-C2B5-C463496E37B3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496822-12D9-CFE7-8190-143EF2B4B221}"/>
              </a:ext>
            </a:extLst>
          </p:cNvPr>
          <p:cNvSpPr/>
          <p:nvPr/>
        </p:nvSpPr>
        <p:spPr>
          <a:xfrm rot="8174236">
            <a:off x="6587271" y="4612964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1A7DAA5-66F2-3815-7BD7-5A07E74E877D}"/>
              </a:ext>
            </a:extLst>
          </p:cNvPr>
          <p:cNvSpPr/>
          <p:nvPr/>
        </p:nvSpPr>
        <p:spPr>
          <a:xfrm rot="18651192">
            <a:off x="7308144" y="53558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AC92B43-C54D-B5EB-60C7-6FAF076CA22C}"/>
              </a:ext>
            </a:extLst>
          </p:cNvPr>
          <p:cNvSpPr/>
          <p:nvPr/>
        </p:nvSpPr>
        <p:spPr>
          <a:xfrm rot="1875076">
            <a:off x="5259993" y="314986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1E8204-D73F-A6E5-DF83-C8A4BF1B101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186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E17A-958B-443F-9F78-808DD327D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2694F2-A87A-5629-A942-2377728ECB48}"/>
              </a:ext>
            </a:extLst>
          </p:cNvPr>
          <p:cNvSpPr/>
          <p:nvPr/>
        </p:nvSpPr>
        <p:spPr>
          <a:xfrm rot="1548969">
            <a:off x="5434562" y="2908051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0104C63-96DD-E0AA-2D34-69467D7170B1}"/>
              </a:ext>
            </a:extLst>
          </p:cNvPr>
          <p:cNvSpPr/>
          <p:nvPr/>
        </p:nvSpPr>
        <p:spPr>
          <a:xfrm>
            <a:off x="4459224" y="3986784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437C28E-C87E-37B0-1894-139CEBD06879}"/>
              </a:ext>
            </a:extLst>
          </p:cNvPr>
          <p:cNvSpPr/>
          <p:nvPr/>
        </p:nvSpPr>
        <p:spPr>
          <a:xfrm>
            <a:off x="5577430" y="1211268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6F2A656-592E-20BD-E5A6-326BF530FBF7}"/>
              </a:ext>
            </a:extLst>
          </p:cNvPr>
          <p:cNvSpPr/>
          <p:nvPr/>
        </p:nvSpPr>
        <p:spPr>
          <a:xfrm rot="12547778">
            <a:off x="5080787" y="479605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A0EC21-FCF3-A8C7-B5EF-494D10413EC8}"/>
              </a:ext>
            </a:extLst>
          </p:cNvPr>
          <p:cNvSpPr/>
          <p:nvPr/>
        </p:nvSpPr>
        <p:spPr>
          <a:xfrm rot="18651192">
            <a:off x="5259764" y="5642093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8F1880-3B0F-A6B3-36BA-6FC2986381A9}"/>
              </a:ext>
            </a:extLst>
          </p:cNvPr>
          <p:cNvSpPr/>
          <p:nvPr/>
        </p:nvSpPr>
        <p:spPr>
          <a:xfrm rot="8035211">
            <a:off x="5607572" y="2318825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BF26CE-BAF7-1B1D-87D8-F85FDA04723F}"/>
              </a:ext>
            </a:extLst>
          </p:cNvPr>
          <p:cNvSpPr/>
          <p:nvPr/>
        </p:nvSpPr>
        <p:spPr>
          <a:xfrm>
            <a:off x="5874272" y="1913491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634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46FA0-0A75-8061-DE45-AF693969E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208A276-AEDA-1C78-2B61-2AE78279B34C}"/>
              </a:ext>
            </a:extLst>
          </p:cNvPr>
          <p:cNvSpPr/>
          <p:nvPr/>
        </p:nvSpPr>
        <p:spPr>
          <a:xfrm rot="18260708">
            <a:off x="5814417" y="317711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8EAB9A3-AE96-795C-CA2F-52A660CC2AB1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97686D-A9D7-CD64-ECBD-560888272CD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D9B5959-14D6-453B-32B6-26A172D741C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B2BFAC-040F-FC8C-2DD7-A720E43F685A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0B1FE2-BDC7-B080-2F7D-0ADB40D023D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9DF4EFE-08D7-CA51-A10B-182301FDBCFE}"/>
              </a:ext>
            </a:extLst>
          </p:cNvPr>
          <p:cNvSpPr/>
          <p:nvPr/>
        </p:nvSpPr>
        <p:spPr>
          <a:xfrm rot="3652591">
            <a:off x="4726747" y="3098031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A3DF8D-8920-15AC-3F8C-120039D54139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26DC4FC-256A-EB8B-DF7D-8356AB8A20B3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420658-B363-7A77-AFEE-B9CCC94CE548}"/>
              </a:ext>
            </a:extLst>
          </p:cNvPr>
          <p:cNvSpPr txBox="1"/>
          <p:nvPr/>
        </p:nvSpPr>
        <p:spPr>
          <a:xfrm>
            <a:off x="6847535" y="585216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Flippers?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0079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A32BD-6209-6EAF-6B80-CBCCEB2C6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EB17DF55-DF42-F126-2617-94A00264FA0C}"/>
              </a:ext>
            </a:extLst>
          </p:cNvPr>
          <p:cNvSpPr/>
          <p:nvPr/>
        </p:nvSpPr>
        <p:spPr>
          <a:xfrm rot="12328088">
            <a:off x="4908752" y="4675621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DDA0FE-D9B6-1046-2C54-E103D324CA40}"/>
              </a:ext>
            </a:extLst>
          </p:cNvPr>
          <p:cNvSpPr/>
          <p:nvPr/>
        </p:nvSpPr>
        <p:spPr>
          <a:xfrm rot="1378696">
            <a:off x="4598554" y="5578762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3F23951-209D-5B94-B18E-848FF4A66E22}"/>
              </a:ext>
            </a:extLst>
          </p:cNvPr>
          <p:cNvSpPr/>
          <p:nvPr/>
        </p:nvSpPr>
        <p:spPr>
          <a:xfrm rot="13806308">
            <a:off x="5688577" y="2729023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A804082-CB0E-CE1C-327F-83FD139EDA0E}"/>
              </a:ext>
            </a:extLst>
          </p:cNvPr>
          <p:cNvSpPr/>
          <p:nvPr/>
        </p:nvSpPr>
        <p:spPr>
          <a:xfrm>
            <a:off x="4865254" y="2947599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55278C0-182E-8374-6B4D-CB0C4C970791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D78F5F-DD69-94FD-2E87-345B7D1C15E5}"/>
              </a:ext>
            </a:extLst>
          </p:cNvPr>
          <p:cNvSpPr/>
          <p:nvPr/>
        </p:nvSpPr>
        <p:spPr>
          <a:xfrm rot="9005476">
            <a:off x="4819881" y="2498000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DAAAA-AE97-FDDC-24CD-8530ECB1C843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FE1A58-0CAD-F5E6-25AA-DFD5F3FE2E87}"/>
              </a:ext>
            </a:extLst>
          </p:cNvPr>
          <p:cNvSpPr/>
          <p:nvPr/>
        </p:nvSpPr>
        <p:spPr>
          <a:xfrm rot="19437084">
            <a:off x="5921431" y="5499421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CBB22CC-AD7C-B746-9798-75E0C3A3FD8F}"/>
              </a:ext>
            </a:extLst>
          </p:cNvPr>
          <p:cNvSpPr/>
          <p:nvPr/>
        </p:nvSpPr>
        <p:spPr>
          <a:xfrm rot="9112926">
            <a:off x="5471840" y="465238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1369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B8546-8772-AB32-E83A-7513E4BA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30DA2C-78F1-643D-B30D-526E0595FD4C}"/>
              </a:ext>
            </a:extLst>
          </p:cNvPr>
          <p:cNvSpPr/>
          <p:nvPr/>
        </p:nvSpPr>
        <p:spPr>
          <a:xfrm rot="16977079">
            <a:off x="3258277" y="3022400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AB22A39-1263-4F11-148F-DF7B048F3358}"/>
              </a:ext>
            </a:extLst>
          </p:cNvPr>
          <p:cNvSpPr/>
          <p:nvPr/>
        </p:nvSpPr>
        <p:spPr>
          <a:xfrm rot="16443769">
            <a:off x="4300076" y="2810273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30CD3B-0E46-89E9-551F-787D33256F1B}"/>
              </a:ext>
            </a:extLst>
          </p:cNvPr>
          <p:cNvSpPr/>
          <p:nvPr/>
        </p:nvSpPr>
        <p:spPr>
          <a:xfrm rot="18876817">
            <a:off x="3889254" y="334304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FB2620-019C-FB32-A7A3-692980461684}"/>
              </a:ext>
            </a:extLst>
          </p:cNvPr>
          <p:cNvSpPr/>
          <p:nvPr/>
        </p:nvSpPr>
        <p:spPr>
          <a:xfrm>
            <a:off x="2094608" y="206136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03D4106-AD09-4027-2FF9-A07ADB635690}"/>
              </a:ext>
            </a:extLst>
          </p:cNvPr>
          <p:cNvSpPr/>
          <p:nvPr/>
        </p:nvSpPr>
        <p:spPr>
          <a:xfrm rot="4950290">
            <a:off x="6245038" y="3439047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47262A3-982D-328E-8C83-CB97D907A70A}"/>
              </a:ext>
            </a:extLst>
          </p:cNvPr>
          <p:cNvSpPr/>
          <p:nvPr/>
        </p:nvSpPr>
        <p:spPr>
          <a:xfrm rot="14293247">
            <a:off x="7172919" y="3259608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F88E84F-08A2-EF91-FBCA-067DA0558BEF}"/>
              </a:ext>
            </a:extLst>
          </p:cNvPr>
          <p:cNvSpPr/>
          <p:nvPr/>
        </p:nvSpPr>
        <p:spPr>
          <a:xfrm rot="1875076">
            <a:off x="3450414" y="3680219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34184C-F741-8CA8-17E4-5187D4501166}"/>
              </a:ext>
            </a:extLst>
          </p:cNvPr>
          <p:cNvSpPr/>
          <p:nvPr/>
        </p:nvSpPr>
        <p:spPr>
          <a:xfrm>
            <a:off x="2391450" y="276359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8A656-AB0D-3FBA-B797-A2C023BD9B49}"/>
              </a:ext>
            </a:extLst>
          </p:cNvPr>
          <p:cNvSpPr txBox="1"/>
          <p:nvPr/>
        </p:nvSpPr>
        <p:spPr>
          <a:xfrm>
            <a:off x="5555968" y="1380744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7718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AA030-D718-8C25-17A8-243EE810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9B24516-434E-516F-5907-5188F03B1AB4}"/>
              </a:ext>
            </a:extLst>
          </p:cNvPr>
          <p:cNvSpPr/>
          <p:nvPr/>
        </p:nvSpPr>
        <p:spPr>
          <a:xfrm rot="18529284">
            <a:off x="4176601" y="2916088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92D12ED-E45A-A984-37A2-EDF94716B086}"/>
              </a:ext>
            </a:extLst>
          </p:cNvPr>
          <p:cNvSpPr/>
          <p:nvPr/>
        </p:nvSpPr>
        <p:spPr>
          <a:xfrm rot="17995974">
            <a:off x="4912121" y="2664145"/>
            <a:ext cx="1322877" cy="240110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5358D6-4485-C0E0-3CB8-5529F3FEFC15}"/>
              </a:ext>
            </a:extLst>
          </p:cNvPr>
          <p:cNvSpPr/>
          <p:nvPr/>
        </p:nvSpPr>
        <p:spPr>
          <a:xfrm rot="20429022">
            <a:off x="4604439" y="3479911"/>
            <a:ext cx="3273552" cy="60350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475E481-4FD5-F34F-E12C-FE3120F590A6}"/>
              </a:ext>
            </a:extLst>
          </p:cNvPr>
          <p:cNvSpPr/>
          <p:nvPr/>
        </p:nvSpPr>
        <p:spPr>
          <a:xfrm rot="1552205">
            <a:off x="3288204" y="1233833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8D55DE-253F-AA26-B956-3B75108C6896}"/>
              </a:ext>
            </a:extLst>
          </p:cNvPr>
          <p:cNvSpPr/>
          <p:nvPr/>
        </p:nvSpPr>
        <p:spPr>
          <a:xfrm rot="8426335">
            <a:off x="6403033" y="4197808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CD3A263-E2B3-5D59-C47E-3DFCCE68177A}"/>
              </a:ext>
            </a:extLst>
          </p:cNvPr>
          <p:cNvSpPr/>
          <p:nvPr/>
        </p:nvSpPr>
        <p:spPr>
          <a:xfrm rot="17835036">
            <a:off x="7101813" y="4872367"/>
            <a:ext cx="533400" cy="112510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33CD75-9DAB-04AB-FC20-417E7281A273}"/>
              </a:ext>
            </a:extLst>
          </p:cNvPr>
          <p:cNvSpPr/>
          <p:nvPr/>
        </p:nvSpPr>
        <p:spPr>
          <a:xfrm rot="8731265">
            <a:off x="4259370" y="2144277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ED526A-3952-5DF8-9E3E-E0334F91BCAB}"/>
              </a:ext>
            </a:extLst>
          </p:cNvPr>
          <p:cNvSpPr/>
          <p:nvPr/>
        </p:nvSpPr>
        <p:spPr>
          <a:xfrm rot="1552205">
            <a:off x="3720793" y="1656446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5654E5-B941-BA79-6611-02A3C9D2B552}"/>
              </a:ext>
            </a:extLst>
          </p:cNvPr>
          <p:cNvSpPr txBox="1"/>
          <p:nvPr/>
        </p:nvSpPr>
        <p:spPr>
          <a:xfrm>
            <a:off x="9323296" y="1389888"/>
            <a:ext cx="1951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Pool noodle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95316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2572-269D-9C1A-16E1-8AE0AC151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EA7F91B1-5FC7-CAF4-B8F3-BD1DA9674558}"/>
              </a:ext>
            </a:extLst>
          </p:cNvPr>
          <p:cNvSpPr/>
          <p:nvPr/>
        </p:nvSpPr>
        <p:spPr>
          <a:xfrm rot="16690148">
            <a:off x="6122787" y="28452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B3CB4BC-2835-3383-82A2-BA28CCC4035B}"/>
              </a:ext>
            </a:extLst>
          </p:cNvPr>
          <p:cNvSpPr/>
          <p:nvPr/>
        </p:nvSpPr>
        <p:spPr>
          <a:xfrm rot="503577">
            <a:off x="6145079" y="3223613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54FA99-0189-B68C-709D-BBF36EA09098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8670BA5-4562-C2BE-6301-9F28EFD222D9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6F9410-133E-8D84-1407-AD956AB6BEA4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3DF45A8-B8F9-58FB-2122-C8304252F265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93538E6-7D1C-D749-C4D6-D66A4EE6ED22}"/>
              </a:ext>
            </a:extLst>
          </p:cNvPr>
          <p:cNvSpPr/>
          <p:nvPr/>
        </p:nvSpPr>
        <p:spPr>
          <a:xfrm rot="4957278">
            <a:off x="4394945" y="2785636"/>
            <a:ext cx="533400" cy="149203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060652-07FE-DFAE-E9A4-B337A8F6709C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24F89-1B57-7C05-B120-24615C8CD26B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C027C4-F9D3-58BE-55DD-F55622AF1E79}"/>
              </a:ext>
            </a:extLst>
          </p:cNvPr>
          <p:cNvSpPr/>
          <p:nvPr/>
        </p:nvSpPr>
        <p:spPr>
          <a:xfrm rot="21092445">
            <a:off x="4355038" y="3142168"/>
            <a:ext cx="627912" cy="738800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966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8DFC9-A694-B1F3-D4BF-E98D667E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8F2A030F-2388-A170-8A20-BF4312D30C41}"/>
              </a:ext>
            </a:extLst>
          </p:cNvPr>
          <p:cNvSpPr/>
          <p:nvPr/>
        </p:nvSpPr>
        <p:spPr>
          <a:xfrm rot="12328088">
            <a:off x="4906686" y="3988065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BC9FFFB-7F96-30B1-EB07-835F036B7817}"/>
              </a:ext>
            </a:extLst>
          </p:cNvPr>
          <p:cNvGrpSpPr/>
          <p:nvPr/>
        </p:nvGrpSpPr>
        <p:grpSpPr>
          <a:xfrm rot="17610312">
            <a:off x="5178204" y="2501047"/>
            <a:ext cx="1492034" cy="738800"/>
            <a:chOff x="5643470" y="3223613"/>
            <a:chExt cx="1492034" cy="738800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56FE89E-2F03-F226-409F-A8221269CD17}"/>
                </a:ext>
              </a:extLst>
            </p:cNvPr>
            <p:cNvSpPr/>
            <p:nvPr/>
          </p:nvSpPr>
          <p:spPr>
            <a:xfrm rot="16690148">
              <a:off x="6122787" y="28452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835A457-E759-19DC-D977-CD992D8838AA}"/>
                </a:ext>
              </a:extLst>
            </p:cNvPr>
            <p:cNvSpPr/>
            <p:nvPr/>
          </p:nvSpPr>
          <p:spPr>
            <a:xfrm rot="503577">
              <a:off x="6145079" y="3223613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1654547A-EB2A-6C48-F0D4-55410BDF8401}"/>
              </a:ext>
            </a:extLst>
          </p:cNvPr>
          <p:cNvSpPr/>
          <p:nvPr/>
        </p:nvSpPr>
        <p:spPr>
          <a:xfrm>
            <a:off x="4865254" y="2947599"/>
            <a:ext cx="1322877" cy="149251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A3CFD8-6CDB-8188-1694-799A5C848D2F}"/>
              </a:ext>
            </a:extLst>
          </p:cNvPr>
          <p:cNvSpPr/>
          <p:nvPr/>
        </p:nvSpPr>
        <p:spPr>
          <a:xfrm>
            <a:off x="4458038" y="1199729"/>
            <a:ext cx="2185416" cy="20482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C7BFB6-2372-7A20-B1AF-D4586311A054}"/>
              </a:ext>
            </a:extLst>
          </p:cNvPr>
          <p:cNvSpPr/>
          <p:nvPr/>
        </p:nvSpPr>
        <p:spPr>
          <a:xfrm>
            <a:off x="4754880" y="1901952"/>
            <a:ext cx="238568" cy="3323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FEF46B-9A76-EF5C-454D-B59A5471A0BD}"/>
              </a:ext>
            </a:extLst>
          </p:cNvPr>
          <p:cNvSpPr txBox="1"/>
          <p:nvPr/>
        </p:nvSpPr>
        <p:spPr>
          <a:xfrm>
            <a:off x="6643454" y="2790900"/>
            <a:ext cx="2579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Floaties</a:t>
            </a:r>
            <a:endParaRPr lang="en-CA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F21775-ECCF-7A77-5C5C-58CD7C59E3B2}"/>
              </a:ext>
            </a:extLst>
          </p:cNvPr>
          <p:cNvGrpSpPr/>
          <p:nvPr/>
        </p:nvGrpSpPr>
        <p:grpSpPr>
          <a:xfrm rot="4874445">
            <a:off x="4695772" y="2421500"/>
            <a:ext cx="1492034" cy="738800"/>
            <a:chOff x="3915628" y="3142168"/>
            <a:chExt cx="1492034" cy="7388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A73F42F-1425-FFCF-8E00-257BD3B9C899}"/>
                </a:ext>
              </a:extLst>
            </p:cNvPr>
            <p:cNvSpPr/>
            <p:nvPr/>
          </p:nvSpPr>
          <p:spPr>
            <a:xfrm rot="4957278">
              <a:off x="4394945" y="2785636"/>
              <a:ext cx="533400" cy="149203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2C3F63D-0B71-CE14-D44B-CD87DDEF65A4}"/>
                </a:ext>
              </a:extLst>
            </p:cNvPr>
            <p:cNvSpPr/>
            <p:nvPr/>
          </p:nvSpPr>
          <p:spPr>
            <a:xfrm rot="21092445">
              <a:off x="4355038" y="3142168"/>
              <a:ext cx="627912" cy="738800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2" name="Oval 1">
            <a:extLst>
              <a:ext uri="{FF2B5EF4-FFF2-40B4-BE49-F238E27FC236}">
                <a16:creationId xmlns:a16="http://schemas.microsoft.com/office/drawing/2014/main" id="{568778D1-A147-D00A-F967-C0793646E669}"/>
              </a:ext>
            </a:extLst>
          </p:cNvPr>
          <p:cNvSpPr/>
          <p:nvPr/>
        </p:nvSpPr>
        <p:spPr>
          <a:xfrm rot="9112926">
            <a:off x="5596144" y="3939120"/>
            <a:ext cx="606217" cy="134617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7466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8</Words>
  <Application>Microsoft Office PowerPoint</Application>
  <PresentationFormat>Widescreen</PresentationFormat>
  <Paragraphs>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Martel</dc:creator>
  <cp:lastModifiedBy>Daniel Martel</cp:lastModifiedBy>
  <cp:revision>7</cp:revision>
  <dcterms:created xsi:type="dcterms:W3CDTF">2025-11-14T18:21:50Z</dcterms:created>
  <dcterms:modified xsi:type="dcterms:W3CDTF">2025-11-14T20:54:32Z</dcterms:modified>
</cp:coreProperties>
</file>